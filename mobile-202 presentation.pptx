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9" r:id="rId1"/>
  </p:sldMasterIdLst>
  <p:notesMasterIdLst>
    <p:notesMasterId r:id="rId13"/>
  </p:notesMasterIdLst>
  <p:sldIdLst>
    <p:sldId id="256" r:id="rId2"/>
    <p:sldId id="265" r:id="rId3"/>
    <p:sldId id="305" r:id="rId4"/>
    <p:sldId id="258" r:id="rId5"/>
    <p:sldId id="307" r:id="rId6"/>
    <p:sldId id="308" r:id="rId7"/>
    <p:sldId id="309" r:id="rId8"/>
    <p:sldId id="310" r:id="rId9"/>
    <p:sldId id="311" r:id="rId10"/>
    <p:sldId id="314" r:id="rId11"/>
    <p:sldId id="313" r:id="rId12"/>
  </p:sldIdLst>
  <p:sldSz cx="9144000" cy="5143500" type="screen16x9"/>
  <p:notesSz cx="6858000" cy="9144000"/>
  <p:embeddedFontLst>
    <p:embeddedFont>
      <p:font typeface="Montserrat" panose="020B0604020202020204" charset="0"/>
      <p:regular r:id="rId14"/>
      <p:bold r:id="rId15"/>
      <p:italic r:id="rId16"/>
      <p:boldItalic r:id="rId17"/>
    </p:embeddedFont>
    <p:embeddedFont>
      <p:font typeface="Nunito Sans" panose="020B0604020202020204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29B2C23-C8CA-4463-8DAD-CFBB69EA7174}">
  <a:tblStyle styleId="{D29B2C23-C8CA-4463-8DAD-CFBB69EA717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1" d="100"/>
          <a:sy n="101" d="100"/>
        </p:scale>
        <p:origin x="926" y="20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97ba9dafd3_1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97ba9dafd3_1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97ba9dafd3_1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97ba9dafd3_1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592636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9429f0dfb6_0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9429f0dfb6_0_1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97ba9dafd3_1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97ba9dafd3_1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169209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97ba9dafd3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97ba9dafd3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580131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97ba9dafd3_1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97ba9dafd3_1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513197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9429f0dfb6_0_2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9429f0dfb6_0_2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085993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97ba9dafd3_1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97ba9dafd3_1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04970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97ba9dafd3_1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97ba9dafd3_1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116627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g98b052446f_2_1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4" name="Google Shape;624;g98b052446f_2_1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79120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2" y="3737869"/>
            <a:ext cx="2288049" cy="1405603"/>
          </a:xfrm>
          <a:custGeom>
            <a:avLst/>
            <a:gdLst/>
            <a:ahLst/>
            <a:cxnLst/>
            <a:rect l="l" t="t" r="r" b="b"/>
            <a:pathLst>
              <a:path w="59830" h="36755" extrusionOk="0">
                <a:moveTo>
                  <a:pt x="1" y="0"/>
                </a:moveTo>
                <a:lnTo>
                  <a:pt x="1" y="36755"/>
                </a:lnTo>
                <a:lnTo>
                  <a:pt x="59830" y="36755"/>
                </a:lnTo>
                <a:lnTo>
                  <a:pt x="54877" y="25301"/>
                </a:lnTo>
                <a:cubicBezTo>
                  <a:pt x="49471" y="12788"/>
                  <a:pt x="37768" y="4132"/>
                  <a:pt x="24218" y="2655"/>
                </a:cubicBezTo>
                <a:lnTo>
                  <a:pt x="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10" name="Google Shape;10;p2"/>
          <p:cNvSpPr/>
          <p:nvPr/>
        </p:nvSpPr>
        <p:spPr>
          <a:xfrm rot="-5400000">
            <a:off x="4035678" y="-601924"/>
            <a:ext cx="1199426" cy="2403327"/>
          </a:xfrm>
          <a:custGeom>
            <a:avLst/>
            <a:gdLst/>
            <a:ahLst/>
            <a:cxnLst/>
            <a:rect l="l" t="t" r="r" b="b"/>
            <a:pathLst>
              <a:path w="37804" h="75749" extrusionOk="0">
                <a:moveTo>
                  <a:pt x="37803" y="1"/>
                </a:moveTo>
                <a:cubicBezTo>
                  <a:pt x="16920" y="48"/>
                  <a:pt x="1" y="16979"/>
                  <a:pt x="1" y="37874"/>
                </a:cubicBezTo>
                <a:cubicBezTo>
                  <a:pt x="1" y="58770"/>
                  <a:pt x="16920" y="75712"/>
                  <a:pt x="37803" y="75748"/>
                </a:cubicBezTo>
                <a:lnTo>
                  <a:pt x="37803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713100" y="744575"/>
            <a:ext cx="37764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713100" y="2797175"/>
            <a:ext cx="2286000" cy="71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accent1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2" y="0"/>
            <a:ext cx="4649119" cy="4649022"/>
          </a:xfrm>
          <a:custGeom>
            <a:avLst/>
            <a:gdLst/>
            <a:ahLst/>
            <a:cxnLst/>
            <a:rect l="l" t="t" r="r" b="b"/>
            <a:pathLst>
              <a:path w="48079" h="48078" extrusionOk="0">
                <a:moveTo>
                  <a:pt x="1" y="0"/>
                </a:moveTo>
                <a:lnTo>
                  <a:pt x="1" y="48077"/>
                </a:lnTo>
                <a:lnTo>
                  <a:pt x="14562" y="48077"/>
                </a:lnTo>
                <a:cubicBezTo>
                  <a:pt x="33064" y="48077"/>
                  <a:pt x="48078" y="33064"/>
                  <a:pt x="48078" y="14561"/>
                </a:cubicBezTo>
                <a:lnTo>
                  <a:pt x="48078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15" name="Google Shape;15;p3"/>
          <p:cNvSpPr/>
          <p:nvPr/>
        </p:nvSpPr>
        <p:spPr>
          <a:xfrm rot="10800000">
            <a:off x="5820184" y="1819684"/>
            <a:ext cx="3323816" cy="3323816"/>
          </a:xfrm>
          <a:custGeom>
            <a:avLst/>
            <a:gdLst/>
            <a:ahLst/>
            <a:cxnLst/>
            <a:rect l="l" t="t" r="r" b="b"/>
            <a:pathLst>
              <a:path w="47780" h="47780" extrusionOk="0">
                <a:moveTo>
                  <a:pt x="0" y="0"/>
                </a:moveTo>
                <a:lnTo>
                  <a:pt x="0" y="47780"/>
                </a:lnTo>
                <a:lnTo>
                  <a:pt x="9382" y="47780"/>
                </a:lnTo>
                <a:cubicBezTo>
                  <a:pt x="30587" y="47780"/>
                  <a:pt x="47780" y="30587"/>
                  <a:pt x="47780" y="9382"/>
                </a:cubicBezTo>
                <a:lnTo>
                  <a:pt x="4778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3363063" y="1804850"/>
            <a:ext cx="2843700" cy="84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3363063" y="2492925"/>
            <a:ext cx="2843700" cy="80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title" idx="2" hasCustomPrompt="1"/>
          </p:nvPr>
        </p:nvSpPr>
        <p:spPr>
          <a:xfrm>
            <a:off x="2448027" y="1222975"/>
            <a:ext cx="708300" cy="42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2" y="4681276"/>
            <a:ext cx="1104905" cy="462210"/>
          </a:xfrm>
          <a:custGeom>
            <a:avLst/>
            <a:gdLst/>
            <a:ahLst/>
            <a:cxnLst/>
            <a:rect l="l" t="t" r="r" b="b"/>
            <a:pathLst>
              <a:path w="113849" h="47626" extrusionOk="0">
                <a:moveTo>
                  <a:pt x="1" y="1"/>
                </a:moveTo>
                <a:lnTo>
                  <a:pt x="1" y="47625"/>
                </a:lnTo>
                <a:lnTo>
                  <a:pt x="113848" y="47625"/>
                </a:lnTo>
                <a:lnTo>
                  <a:pt x="113848" y="37708"/>
                </a:lnTo>
                <a:cubicBezTo>
                  <a:pt x="113848" y="25956"/>
                  <a:pt x="105264" y="15967"/>
                  <a:pt x="93643" y="14205"/>
                </a:cubicBezTo>
                <a:lnTo>
                  <a:pt x="1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34" name="Google Shape;34;p6"/>
          <p:cNvSpPr/>
          <p:nvPr/>
        </p:nvSpPr>
        <p:spPr>
          <a:xfrm rot="10800000">
            <a:off x="8202278" y="26"/>
            <a:ext cx="941724" cy="578524"/>
          </a:xfrm>
          <a:custGeom>
            <a:avLst/>
            <a:gdLst/>
            <a:ahLst/>
            <a:cxnLst/>
            <a:rect l="l" t="t" r="r" b="b"/>
            <a:pathLst>
              <a:path w="59830" h="36755" extrusionOk="0">
                <a:moveTo>
                  <a:pt x="1" y="0"/>
                </a:moveTo>
                <a:lnTo>
                  <a:pt x="1" y="36755"/>
                </a:lnTo>
                <a:lnTo>
                  <a:pt x="59830" y="36755"/>
                </a:lnTo>
                <a:lnTo>
                  <a:pt x="54877" y="25301"/>
                </a:lnTo>
                <a:cubicBezTo>
                  <a:pt x="49471" y="12788"/>
                  <a:pt x="37768" y="4132"/>
                  <a:pt x="24218" y="2655"/>
                </a:cubicBezTo>
                <a:lnTo>
                  <a:pt x="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35" name="Google Shape;35;p6"/>
          <p:cNvSpPr txBox="1">
            <a:spLocks noGrp="1"/>
          </p:cNvSpPr>
          <p:nvPr>
            <p:ph type="title"/>
          </p:nvPr>
        </p:nvSpPr>
        <p:spPr>
          <a:xfrm>
            <a:off x="713100" y="368825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3837927" y="-125"/>
            <a:ext cx="53061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46" name="Google Shape;46;p9"/>
          <p:cNvSpPr txBox="1">
            <a:spLocks noGrp="1"/>
          </p:cNvSpPr>
          <p:nvPr>
            <p:ph type="title"/>
          </p:nvPr>
        </p:nvSpPr>
        <p:spPr>
          <a:xfrm>
            <a:off x="706351" y="1830475"/>
            <a:ext cx="3163500" cy="148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1"/>
          </p:nvPr>
        </p:nvSpPr>
        <p:spPr>
          <a:xfrm>
            <a:off x="4572000" y="863425"/>
            <a:ext cx="3849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189" lvl="0" indent="-317492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378" lvl="1" indent="-317492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566" lvl="2" indent="-31749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754" lvl="3" indent="-317492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5943" lvl="4" indent="-317492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132" lvl="5" indent="-31749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320" lvl="6" indent="-317492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509" lvl="7" indent="-317492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697" lvl="8" indent="-31749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/>
          <p:nvPr/>
        </p:nvSpPr>
        <p:spPr>
          <a:xfrm>
            <a:off x="2" y="-125"/>
            <a:ext cx="1412441" cy="1412411"/>
          </a:xfrm>
          <a:custGeom>
            <a:avLst/>
            <a:gdLst/>
            <a:ahLst/>
            <a:cxnLst/>
            <a:rect l="l" t="t" r="r" b="b"/>
            <a:pathLst>
              <a:path w="48079" h="48078" extrusionOk="0">
                <a:moveTo>
                  <a:pt x="1" y="0"/>
                </a:moveTo>
                <a:lnTo>
                  <a:pt x="1" y="48077"/>
                </a:lnTo>
                <a:lnTo>
                  <a:pt x="14562" y="48077"/>
                </a:lnTo>
                <a:cubicBezTo>
                  <a:pt x="33064" y="48077"/>
                  <a:pt x="48078" y="33064"/>
                  <a:pt x="48078" y="14561"/>
                </a:cubicBezTo>
                <a:lnTo>
                  <a:pt x="48078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49" name="Google Shape;49;p9"/>
          <p:cNvSpPr/>
          <p:nvPr/>
        </p:nvSpPr>
        <p:spPr>
          <a:xfrm flipH="1">
            <a:off x="1829883" y="3909750"/>
            <a:ext cx="2008044" cy="1233590"/>
          </a:xfrm>
          <a:custGeom>
            <a:avLst/>
            <a:gdLst/>
            <a:ahLst/>
            <a:cxnLst/>
            <a:rect l="l" t="t" r="r" b="b"/>
            <a:pathLst>
              <a:path w="59830" h="36755" extrusionOk="0">
                <a:moveTo>
                  <a:pt x="1" y="0"/>
                </a:moveTo>
                <a:lnTo>
                  <a:pt x="1" y="36755"/>
                </a:lnTo>
                <a:lnTo>
                  <a:pt x="59830" y="36755"/>
                </a:lnTo>
                <a:lnTo>
                  <a:pt x="54877" y="25301"/>
                </a:lnTo>
                <a:cubicBezTo>
                  <a:pt x="49471" y="12788"/>
                  <a:pt x="37768" y="4132"/>
                  <a:pt x="24218" y="2655"/>
                </a:cubicBezTo>
                <a:lnTo>
                  <a:pt x="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 rot="10800000">
            <a:off x="7731553" y="3731104"/>
            <a:ext cx="1412441" cy="1412411"/>
          </a:xfrm>
          <a:custGeom>
            <a:avLst/>
            <a:gdLst/>
            <a:ahLst/>
            <a:cxnLst/>
            <a:rect l="l" t="t" r="r" b="b"/>
            <a:pathLst>
              <a:path w="48079" h="48078" extrusionOk="0">
                <a:moveTo>
                  <a:pt x="1" y="0"/>
                </a:moveTo>
                <a:lnTo>
                  <a:pt x="1" y="48077"/>
                </a:lnTo>
                <a:lnTo>
                  <a:pt x="14562" y="48077"/>
                </a:lnTo>
                <a:cubicBezTo>
                  <a:pt x="33064" y="48077"/>
                  <a:pt x="48078" y="33064"/>
                  <a:pt x="48078" y="14561"/>
                </a:cubicBezTo>
                <a:lnTo>
                  <a:pt x="48078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52" name="Google Shape;52;p10"/>
          <p:cNvSpPr/>
          <p:nvPr/>
        </p:nvSpPr>
        <p:spPr>
          <a:xfrm rot="10800000" flipH="1">
            <a:off x="7" y="0"/>
            <a:ext cx="2008044" cy="1233590"/>
          </a:xfrm>
          <a:custGeom>
            <a:avLst/>
            <a:gdLst/>
            <a:ahLst/>
            <a:cxnLst/>
            <a:rect l="l" t="t" r="r" b="b"/>
            <a:pathLst>
              <a:path w="59830" h="36755" extrusionOk="0">
                <a:moveTo>
                  <a:pt x="1" y="0"/>
                </a:moveTo>
                <a:lnTo>
                  <a:pt x="1" y="36755"/>
                </a:lnTo>
                <a:lnTo>
                  <a:pt x="59830" y="36755"/>
                </a:lnTo>
                <a:lnTo>
                  <a:pt x="54877" y="25301"/>
                </a:lnTo>
                <a:cubicBezTo>
                  <a:pt x="49471" y="12788"/>
                  <a:pt x="37768" y="4132"/>
                  <a:pt x="24218" y="2655"/>
                </a:cubicBezTo>
                <a:lnTo>
                  <a:pt x="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53" name="Google Shape;53;p10"/>
          <p:cNvSpPr txBox="1">
            <a:spLocks noGrp="1"/>
          </p:cNvSpPr>
          <p:nvPr>
            <p:ph type="body" idx="1"/>
          </p:nvPr>
        </p:nvSpPr>
        <p:spPr>
          <a:xfrm>
            <a:off x="713100" y="3999000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189" lvl="0" indent="-22859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3"/>
          <p:cNvSpPr/>
          <p:nvPr/>
        </p:nvSpPr>
        <p:spPr>
          <a:xfrm>
            <a:off x="3" y="2178050"/>
            <a:ext cx="7062687" cy="2965494"/>
          </a:xfrm>
          <a:custGeom>
            <a:avLst/>
            <a:gdLst/>
            <a:ahLst/>
            <a:cxnLst/>
            <a:rect l="l" t="t" r="r" b="b"/>
            <a:pathLst>
              <a:path w="92869" h="38994" extrusionOk="0">
                <a:moveTo>
                  <a:pt x="0" y="0"/>
                </a:moveTo>
                <a:lnTo>
                  <a:pt x="0" y="38993"/>
                </a:lnTo>
                <a:lnTo>
                  <a:pt x="92869" y="38993"/>
                </a:lnTo>
                <a:cubicBezTo>
                  <a:pt x="92869" y="17455"/>
                  <a:pt x="75414" y="0"/>
                  <a:pt x="5387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62" name="Google Shape;62;p13"/>
          <p:cNvSpPr/>
          <p:nvPr/>
        </p:nvSpPr>
        <p:spPr>
          <a:xfrm rot="10800000">
            <a:off x="6855953" y="-10"/>
            <a:ext cx="2288049" cy="1405603"/>
          </a:xfrm>
          <a:custGeom>
            <a:avLst/>
            <a:gdLst/>
            <a:ahLst/>
            <a:cxnLst/>
            <a:rect l="l" t="t" r="r" b="b"/>
            <a:pathLst>
              <a:path w="59830" h="36755" extrusionOk="0">
                <a:moveTo>
                  <a:pt x="1" y="0"/>
                </a:moveTo>
                <a:lnTo>
                  <a:pt x="1" y="36755"/>
                </a:lnTo>
                <a:lnTo>
                  <a:pt x="59830" y="36755"/>
                </a:lnTo>
                <a:lnTo>
                  <a:pt x="54877" y="25301"/>
                </a:lnTo>
                <a:cubicBezTo>
                  <a:pt x="49471" y="12788"/>
                  <a:pt x="37768" y="4132"/>
                  <a:pt x="24218" y="2655"/>
                </a:cubicBezTo>
                <a:lnTo>
                  <a:pt x="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63" name="Google Shape;63;p13"/>
          <p:cNvSpPr txBox="1">
            <a:spLocks noGrp="1"/>
          </p:cNvSpPr>
          <p:nvPr>
            <p:ph type="title"/>
          </p:nvPr>
        </p:nvSpPr>
        <p:spPr>
          <a:xfrm>
            <a:off x="713100" y="368825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1"/>
          </p:nvPr>
        </p:nvSpPr>
        <p:spPr>
          <a:xfrm>
            <a:off x="1483225" y="1527500"/>
            <a:ext cx="2587800" cy="42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subTitle" idx="2"/>
          </p:nvPr>
        </p:nvSpPr>
        <p:spPr>
          <a:xfrm>
            <a:off x="1483225" y="1873189"/>
            <a:ext cx="2587800" cy="62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title" idx="3" hasCustomPrompt="1"/>
          </p:nvPr>
        </p:nvSpPr>
        <p:spPr>
          <a:xfrm>
            <a:off x="996825" y="1185863"/>
            <a:ext cx="539400" cy="42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r>
              <a:t>xx%</a:t>
            </a:r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4"/>
          </p:nvPr>
        </p:nvSpPr>
        <p:spPr>
          <a:xfrm>
            <a:off x="5365375" y="1527500"/>
            <a:ext cx="2587800" cy="42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68" name="Google Shape;68;p13"/>
          <p:cNvSpPr txBox="1">
            <a:spLocks noGrp="1"/>
          </p:cNvSpPr>
          <p:nvPr>
            <p:ph type="subTitle" idx="5"/>
          </p:nvPr>
        </p:nvSpPr>
        <p:spPr>
          <a:xfrm>
            <a:off x="5365375" y="1873189"/>
            <a:ext cx="2587800" cy="62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3"/>
          <p:cNvSpPr txBox="1">
            <a:spLocks noGrp="1"/>
          </p:cNvSpPr>
          <p:nvPr>
            <p:ph type="title" idx="6" hasCustomPrompt="1"/>
          </p:nvPr>
        </p:nvSpPr>
        <p:spPr>
          <a:xfrm>
            <a:off x="4878975" y="1185863"/>
            <a:ext cx="539400" cy="42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r>
              <a:t>xx%</a:t>
            </a:r>
          </a:p>
        </p:txBody>
      </p:sp>
      <p:sp>
        <p:nvSpPr>
          <p:cNvPr id="70" name="Google Shape;70;p13"/>
          <p:cNvSpPr txBox="1">
            <a:spLocks noGrp="1"/>
          </p:cNvSpPr>
          <p:nvPr>
            <p:ph type="subTitle" idx="7"/>
          </p:nvPr>
        </p:nvSpPr>
        <p:spPr>
          <a:xfrm>
            <a:off x="1483225" y="3310050"/>
            <a:ext cx="2587800" cy="42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1" name="Google Shape;71;p13"/>
          <p:cNvSpPr txBox="1">
            <a:spLocks noGrp="1"/>
          </p:cNvSpPr>
          <p:nvPr>
            <p:ph type="subTitle" idx="8"/>
          </p:nvPr>
        </p:nvSpPr>
        <p:spPr>
          <a:xfrm>
            <a:off x="1483225" y="3655739"/>
            <a:ext cx="2587800" cy="62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3"/>
          <p:cNvSpPr txBox="1">
            <a:spLocks noGrp="1"/>
          </p:cNvSpPr>
          <p:nvPr>
            <p:ph type="title" idx="9" hasCustomPrompt="1"/>
          </p:nvPr>
        </p:nvSpPr>
        <p:spPr>
          <a:xfrm>
            <a:off x="996825" y="2968413"/>
            <a:ext cx="539400" cy="42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r>
              <a:t>xx%</a:t>
            </a:r>
          </a:p>
        </p:txBody>
      </p:sp>
      <p:sp>
        <p:nvSpPr>
          <p:cNvPr id="73" name="Google Shape;73;p13"/>
          <p:cNvSpPr txBox="1">
            <a:spLocks noGrp="1"/>
          </p:cNvSpPr>
          <p:nvPr>
            <p:ph type="subTitle" idx="13"/>
          </p:nvPr>
        </p:nvSpPr>
        <p:spPr>
          <a:xfrm>
            <a:off x="5365375" y="3310050"/>
            <a:ext cx="2587800" cy="42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4" name="Google Shape;74;p13"/>
          <p:cNvSpPr txBox="1">
            <a:spLocks noGrp="1"/>
          </p:cNvSpPr>
          <p:nvPr>
            <p:ph type="subTitle" idx="14"/>
          </p:nvPr>
        </p:nvSpPr>
        <p:spPr>
          <a:xfrm>
            <a:off x="5365375" y="3655739"/>
            <a:ext cx="2587800" cy="62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title" idx="15" hasCustomPrompt="1"/>
          </p:nvPr>
        </p:nvSpPr>
        <p:spPr>
          <a:xfrm>
            <a:off x="4878975" y="2968413"/>
            <a:ext cx="539400" cy="42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1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4"/>
          <p:cNvSpPr/>
          <p:nvPr/>
        </p:nvSpPr>
        <p:spPr>
          <a:xfrm rot="10800000">
            <a:off x="5583941" y="-5635"/>
            <a:ext cx="3560059" cy="1853485"/>
          </a:xfrm>
          <a:custGeom>
            <a:avLst/>
            <a:gdLst/>
            <a:ahLst/>
            <a:cxnLst/>
            <a:rect l="l" t="t" r="r" b="b"/>
            <a:pathLst>
              <a:path w="113849" h="47626" extrusionOk="0">
                <a:moveTo>
                  <a:pt x="1" y="1"/>
                </a:moveTo>
                <a:lnTo>
                  <a:pt x="1" y="47625"/>
                </a:lnTo>
                <a:lnTo>
                  <a:pt x="113848" y="47625"/>
                </a:lnTo>
                <a:lnTo>
                  <a:pt x="113848" y="37708"/>
                </a:lnTo>
                <a:cubicBezTo>
                  <a:pt x="113848" y="25956"/>
                  <a:pt x="105264" y="15967"/>
                  <a:pt x="93643" y="14205"/>
                </a:cubicBezTo>
                <a:lnTo>
                  <a:pt x="1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78" name="Google Shape;78;p14"/>
          <p:cNvSpPr txBox="1">
            <a:spLocks noGrp="1"/>
          </p:cNvSpPr>
          <p:nvPr>
            <p:ph type="title"/>
          </p:nvPr>
        </p:nvSpPr>
        <p:spPr>
          <a:xfrm>
            <a:off x="713100" y="368825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4"/>
          <p:cNvSpPr txBox="1">
            <a:spLocks noGrp="1"/>
          </p:cNvSpPr>
          <p:nvPr>
            <p:ph type="subTitle" idx="1"/>
          </p:nvPr>
        </p:nvSpPr>
        <p:spPr>
          <a:xfrm>
            <a:off x="903678" y="1256259"/>
            <a:ext cx="2075700" cy="42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80" name="Google Shape;80;p14"/>
          <p:cNvSpPr txBox="1">
            <a:spLocks noGrp="1"/>
          </p:cNvSpPr>
          <p:nvPr>
            <p:ph type="subTitle" idx="2"/>
          </p:nvPr>
        </p:nvSpPr>
        <p:spPr>
          <a:xfrm>
            <a:off x="905627" y="1600762"/>
            <a:ext cx="2075700" cy="106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4"/>
          <p:cNvSpPr txBox="1">
            <a:spLocks noGrp="1"/>
          </p:cNvSpPr>
          <p:nvPr>
            <p:ph type="subTitle" idx="3"/>
          </p:nvPr>
        </p:nvSpPr>
        <p:spPr>
          <a:xfrm>
            <a:off x="3535126" y="1256259"/>
            <a:ext cx="2075700" cy="42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82" name="Google Shape;82;p14"/>
          <p:cNvSpPr txBox="1">
            <a:spLocks noGrp="1"/>
          </p:cNvSpPr>
          <p:nvPr>
            <p:ph type="subTitle" idx="4"/>
          </p:nvPr>
        </p:nvSpPr>
        <p:spPr>
          <a:xfrm>
            <a:off x="3535126" y="1600762"/>
            <a:ext cx="2075700" cy="106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4"/>
          <p:cNvSpPr txBox="1">
            <a:spLocks noGrp="1"/>
          </p:cNvSpPr>
          <p:nvPr>
            <p:ph type="subTitle" idx="5"/>
          </p:nvPr>
        </p:nvSpPr>
        <p:spPr>
          <a:xfrm>
            <a:off x="6164627" y="1256259"/>
            <a:ext cx="2075700" cy="42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84" name="Google Shape;84;p14"/>
          <p:cNvSpPr txBox="1">
            <a:spLocks noGrp="1"/>
          </p:cNvSpPr>
          <p:nvPr>
            <p:ph type="subTitle" idx="6"/>
          </p:nvPr>
        </p:nvSpPr>
        <p:spPr>
          <a:xfrm>
            <a:off x="6164627" y="1600762"/>
            <a:ext cx="2075700" cy="106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4"/>
          <p:cNvSpPr txBox="1">
            <a:spLocks noGrp="1"/>
          </p:cNvSpPr>
          <p:nvPr>
            <p:ph type="subTitle" idx="7"/>
          </p:nvPr>
        </p:nvSpPr>
        <p:spPr>
          <a:xfrm>
            <a:off x="905627" y="3087559"/>
            <a:ext cx="2075700" cy="42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86" name="Google Shape;86;p14"/>
          <p:cNvSpPr txBox="1">
            <a:spLocks noGrp="1"/>
          </p:cNvSpPr>
          <p:nvPr>
            <p:ph type="subTitle" idx="8"/>
          </p:nvPr>
        </p:nvSpPr>
        <p:spPr>
          <a:xfrm>
            <a:off x="905627" y="3432062"/>
            <a:ext cx="2075700" cy="106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4"/>
          <p:cNvSpPr txBox="1">
            <a:spLocks noGrp="1"/>
          </p:cNvSpPr>
          <p:nvPr>
            <p:ph type="subTitle" idx="9"/>
          </p:nvPr>
        </p:nvSpPr>
        <p:spPr>
          <a:xfrm>
            <a:off x="3535126" y="3087559"/>
            <a:ext cx="2075700" cy="42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88" name="Google Shape;88;p14"/>
          <p:cNvSpPr txBox="1">
            <a:spLocks noGrp="1"/>
          </p:cNvSpPr>
          <p:nvPr>
            <p:ph type="subTitle" idx="13"/>
          </p:nvPr>
        </p:nvSpPr>
        <p:spPr>
          <a:xfrm>
            <a:off x="3535126" y="3432062"/>
            <a:ext cx="2075700" cy="106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4"/>
          <p:cNvSpPr txBox="1">
            <a:spLocks noGrp="1"/>
          </p:cNvSpPr>
          <p:nvPr>
            <p:ph type="subTitle" idx="14"/>
          </p:nvPr>
        </p:nvSpPr>
        <p:spPr>
          <a:xfrm>
            <a:off x="6164627" y="3087559"/>
            <a:ext cx="2075700" cy="42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90" name="Google Shape;90;p14"/>
          <p:cNvSpPr txBox="1">
            <a:spLocks noGrp="1"/>
          </p:cNvSpPr>
          <p:nvPr>
            <p:ph type="subTitle" idx="15"/>
          </p:nvPr>
        </p:nvSpPr>
        <p:spPr>
          <a:xfrm>
            <a:off x="6164627" y="3432062"/>
            <a:ext cx="2075700" cy="106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2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5"/>
          <p:cNvSpPr/>
          <p:nvPr/>
        </p:nvSpPr>
        <p:spPr>
          <a:xfrm>
            <a:off x="-100" y="2490600"/>
            <a:ext cx="9144000" cy="2652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93" name="Google Shape;93;p15"/>
          <p:cNvSpPr txBox="1">
            <a:spLocks noGrp="1"/>
          </p:cNvSpPr>
          <p:nvPr>
            <p:ph type="subTitle" idx="1"/>
          </p:nvPr>
        </p:nvSpPr>
        <p:spPr>
          <a:xfrm>
            <a:off x="879903" y="2252684"/>
            <a:ext cx="2075700" cy="42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94" name="Google Shape;94;p15"/>
          <p:cNvSpPr txBox="1">
            <a:spLocks noGrp="1"/>
          </p:cNvSpPr>
          <p:nvPr>
            <p:ph type="subTitle" idx="2"/>
          </p:nvPr>
        </p:nvSpPr>
        <p:spPr>
          <a:xfrm>
            <a:off x="879903" y="2597187"/>
            <a:ext cx="2075700" cy="106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5"/>
          <p:cNvSpPr txBox="1">
            <a:spLocks noGrp="1"/>
          </p:cNvSpPr>
          <p:nvPr>
            <p:ph type="title"/>
          </p:nvPr>
        </p:nvSpPr>
        <p:spPr>
          <a:xfrm>
            <a:off x="713100" y="368825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5"/>
          <p:cNvSpPr txBox="1">
            <a:spLocks noGrp="1"/>
          </p:cNvSpPr>
          <p:nvPr>
            <p:ph type="subTitle" idx="3"/>
          </p:nvPr>
        </p:nvSpPr>
        <p:spPr>
          <a:xfrm>
            <a:off x="3535126" y="2252684"/>
            <a:ext cx="2075700" cy="42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97" name="Google Shape;97;p15"/>
          <p:cNvSpPr txBox="1">
            <a:spLocks noGrp="1"/>
          </p:cNvSpPr>
          <p:nvPr>
            <p:ph type="subTitle" idx="4"/>
          </p:nvPr>
        </p:nvSpPr>
        <p:spPr>
          <a:xfrm>
            <a:off x="3535126" y="2597187"/>
            <a:ext cx="2075700" cy="106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5"/>
          <p:cNvSpPr txBox="1">
            <a:spLocks noGrp="1"/>
          </p:cNvSpPr>
          <p:nvPr>
            <p:ph type="subTitle" idx="5"/>
          </p:nvPr>
        </p:nvSpPr>
        <p:spPr>
          <a:xfrm>
            <a:off x="6190351" y="2252684"/>
            <a:ext cx="2075700" cy="42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99" name="Google Shape;99;p15"/>
          <p:cNvSpPr txBox="1">
            <a:spLocks noGrp="1"/>
          </p:cNvSpPr>
          <p:nvPr>
            <p:ph type="subTitle" idx="6"/>
          </p:nvPr>
        </p:nvSpPr>
        <p:spPr>
          <a:xfrm>
            <a:off x="6190351" y="2597187"/>
            <a:ext cx="2075700" cy="106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100" y="368825"/>
            <a:ext cx="7717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Montserrat"/>
              <a:buNone/>
              <a:defRPr sz="2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Montserrat"/>
              <a:buNone/>
              <a:defRPr sz="2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Montserrat"/>
              <a:buNone/>
              <a:defRPr sz="2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Montserrat"/>
              <a:buNone/>
              <a:defRPr sz="2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Montserrat"/>
              <a:buNone/>
              <a:defRPr sz="2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Montserrat"/>
              <a:buNone/>
              <a:defRPr sz="2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Montserrat"/>
              <a:buNone/>
              <a:defRPr sz="2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Montserrat"/>
              <a:buNone/>
              <a:defRPr sz="2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Montserrat"/>
              <a:buNone/>
              <a:defRPr sz="26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100" y="1152475"/>
            <a:ext cx="7717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Sans"/>
              <a:buChar char="●"/>
              <a:defRPr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Sans"/>
              <a:buChar char="○"/>
              <a:defRPr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Sans"/>
              <a:buChar char="■"/>
              <a:defRPr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Sans"/>
              <a:buChar char="●"/>
              <a:defRPr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Sans"/>
              <a:buChar char="○"/>
              <a:defRPr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Sans"/>
              <a:buChar char="■"/>
              <a:defRPr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Sans"/>
              <a:buChar char="●"/>
              <a:defRPr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Sans"/>
              <a:buChar char="○"/>
              <a:defRPr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Sans"/>
              <a:buChar char="■"/>
              <a:defRPr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2" r:id="rId3"/>
    <p:sldLayoutId id="2147483655" r:id="rId4"/>
    <p:sldLayoutId id="2147483656" r:id="rId5"/>
    <p:sldLayoutId id="2147483658" r:id="rId6"/>
    <p:sldLayoutId id="2147483659" r:id="rId7"/>
    <p:sldLayoutId id="2147483660" r:id="rId8"/>
    <p:sldLayoutId id="2147483661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4"/>
          <p:cNvSpPr txBox="1">
            <a:spLocks noGrp="1"/>
          </p:cNvSpPr>
          <p:nvPr>
            <p:ph type="ctrTitle"/>
          </p:nvPr>
        </p:nvSpPr>
        <p:spPr>
          <a:xfrm>
            <a:off x="674157" y="2145176"/>
            <a:ext cx="37764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2400" dirty="0"/>
              <a:t>A mobile health monitoring-and-treatment system based on integration of the SSN sensor ontology and the HL7 FHIR standard</a:t>
            </a:r>
            <a:br>
              <a:rPr lang="en-US" sz="2400" dirty="0"/>
            </a:br>
            <a:endParaRPr sz="4400" dirty="0"/>
          </a:p>
        </p:txBody>
      </p:sp>
      <p:pic>
        <p:nvPicPr>
          <p:cNvPr id="150" name="Google Shape;15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0"/>
            <a:ext cx="4572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4"/>
          <p:cNvSpPr/>
          <p:nvPr/>
        </p:nvSpPr>
        <p:spPr>
          <a:xfrm rot="-5400000">
            <a:off x="4035678" y="-601923"/>
            <a:ext cx="1199426" cy="2403326"/>
          </a:xfrm>
          <a:custGeom>
            <a:avLst/>
            <a:gdLst/>
            <a:ahLst/>
            <a:cxnLst/>
            <a:rect l="l" t="t" r="r" b="b"/>
            <a:pathLst>
              <a:path w="37804" h="75749" extrusionOk="0">
                <a:moveTo>
                  <a:pt x="37803" y="1"/>
                </a:moveTo>
                <a:cubicBezTo>
                  <a:pt x="16920" y="48"/>
                  <a:pt x="1" y="16979"/>
                  <a:pt x="1" y="37874"/>
                </a:cubicBezTo>
                <a:cubicBezTo>
                  <a:pt x="1" y="58770"/>
                  <a:pt x="16920" y="75712"/>
                  <a:pt x="37803" y="75748"/>
                </a:cubicBezTo>
                <a:lnTo>
                  <a:pt x="37803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pSp>
        <p:nvGrpSpPr>
          <p:cNvPr id="152" name="Google Shape;152;p24"/>
          <p:cNvGrpSpPr/>
          <p:nvPr/>
        </p:nvGrpSpPr>
        <p:grpSpPr>
          <a:xfrm>
            <a:off x="819725" y="3724650"/>
            <a:ext cx="747900" cy="457500"/>
            <a:chOff x="832550" y="3724650"/>
            <a:chExt cx="747900" cy="457500"/>
          </a:xfrm>
        </p:grpSpPr>
        <p:grpSp>
          <p:nvGrpSpPr>
            <p:cNvPr id="153" name="Google Shape;153;p24"/>
            <p:cNvGrpSpPr/>
            <p:nvPr/>
          </p:nvGrpSpPr>
          <p:grpSpPr>
            <a:xfrm>
              <a:off x="832550" y="3724650"/>
              <a:ext cx="747900" cy="457500"/>
              <a:chOff x="832550" y="3724650"/>
              <a:chExt cx="747900" cy="457500"/>
            </a:xfrm>
          </p:grpSpPr>
          <p:sp>
            <p:nvSpPr>
              <p:cNvPr id="154" name="Google Shape;154;p24"/>
              <p:cNvSpPr/>
              <p:nvPr/>
            </p:nvSpPr>
            <p:spPr>
              <a:xfrm>
                <a:off x="832550" y="3724650"/>
                <a:ext cx="747900" cy="457500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  <a:effectLst>
                <a:outerShdw blurRad="214313" dist="95250" dir="5400000" algn="bl" rotWithShape="0">
                  <a:schemeClr val="accent2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/>
              </a:p>
            </p:txBody>
          </p:sp>
          <p:grpSp>
            <p:nvGrpSpPr>
              <p:cNvPr id="155" name="Google Shape;155;p24"/>
              <p:cNvGrpSpPr/>
              <p:nvPr/>
            </p:nvGrpSpPr>
            <p:grpSpPr>
              <a:xfrm rot="-5400000">
                <a:off x="1106556" y="3848510"/>
                <a:ext cx="199887" cy="209781"/>
                <a:chOff x="3068825" y="1169625"/>
                <a:chExt cx="90500" cy="94975"/>
              </a:xfrm>
            </p:grpSpPr>
            <p:sp>
              <p:nvSpPr>
                <p:cNvPr id="156" name="Google Shape;156;p24"/>
                <p:cNvSpPr/>
                <p:nvPr/>
              </p:nvSpPr>
              <p:spPr>
                <a:xfrm>
                  <a:off x="3109000" y="1169625"/>
                  <a:ext cx="10150" cy="94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6" h="3799" extrusionOk="0">
                      <a:moveTo>
                        <a:pt x="203" y="0"/>
                      </a:moveTo>
                      <a:cubicBezTo>
                        <a:pt x="96" y="0"/>
                        <a:pt x="1" y="96"/>
                        <a:pt x="1" y="203"/>
                      </a:cubicBezTo>
                      <a:lnTo>
                        <a:pt x="1" y="3596"/>
                      </a:lnTo>
                      <a:cubicBezTo>
                        <a:pt x="1" y="3715"/>
                        <a:pt x="96" y="3798"/>
                        <a:pt x="203" y="3798"/>
                      </a:cubicBezTo>
                      <a:cubicBezTo>
                        <a:pt x="310" y="3798"/>
                        <a:pt x="406" y="3715"/>
                        <a:pt x="406" y="3608"/>
                      </a:cubicBezTo>
                      <a:lnTo>
                        <a:pt x="406" y="203"/>
                      </a:lnTo>
                      <a:cubicBezTo>
                        <a:pt x="406" y="96"/>
                        <a:pt x="310" y="0"/>
                        <a:pt x="20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endParaRPr/>
                </a:p>
              </p:txBody>
            </p:sp>
            <p:sp>
              <p:nvSpPr>
                <p:cNvPr id="157" name="Google Shape;157;p24"/>
                <p:cNvSpPr/>
                <p:nvPr/>
              </p:nvSpPr>
              <p:spPr>
                <a:xfrm>
                  <a:off x="3068825" y="1214800"/>
                  <a:ext cx="90500" cy="49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20" h="1992" extrusionOk="0">
                      <a:moveTo>
                        <a:pt x="221" y="0"/>
                      </a:moveTo>
                      <a:cubicBezTo>
                        <a:pt x="170" y="0"/>
                        <a:pt x="120" y="21"/>
                        <a:pt x="84" y="63"/>
                      </a:cubicBezTo>
                      <a:cubicBezTo>
                        <a:pt x="0" y="134"/>
                        <a:pt x="0" y="265"/>
                        <a:pt x="84" y="348"/>
                      </a:cubicBezTo>
                      <a:lnTo>
                        <a:pt x="1667" y="1932"/>
                      </a:lnTo>
                      <a:cubicBezTo>
                        <a:pt x="1715" y="1979"/>
                        <a:pt x="1763" y="1991"/>
                        <a:pt x="1810" y="1991"/>
                      </a:cubicBezTo>
                      <a:cubicBezTo>
                        <a:pt x="1858" y="1991"/>
                        <a:pt x="1917" y="1979"/>
                        <a:pt x="1953" y="1932"/>
                      </a:cubicBezTo>
                      <a:lnTo>
                        <a:pt x="3537" y="348"/>
                      </a:lnTo>
                      <a:cubicBezTo>
                        <a:pt x="3620" y="265"/>
                        <a:pt x="3620" y="134"/>
                        <a:pt x="3537" y="63"/>
                      </a:cubicBezTo>
                      <a:cubicBezTo>
                        <a:pt x="3501" y="21"/>
                        <a:pt x="3450" y="0"/>
                        <a:pt x="3400" y="0"/>
                      </a:cubicBezTo>
                      <a:cubicBezTo>
                        <a:pt x="3349" y="0"/>
                        <a:pt x="3298" y="21"/>
                        <a:pt x="3263" y="63"/>
                      </a:cubicBezTo>
                      <a:lnTo>
                        <a:pt x="1810" y="1515"/>
                      </a:lnTo>
                      <a:lnTo>
                        <a:pt x="358" y="63"/>
                      </a:lnTo>
                      <a:cubicBezTo>
                        <a:pt x="322" y="21"/>
                        <a:pt x="271" y="0"/>
                        <a:pt x="22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endParaRPr/>
                </a:p>
              </p:txBody>
            </p:sp>
          </p:grpSp>
        </p:grpSp>
        <p:sp>
          <p:nvSpPr>
            <p:cNvPr id="158" name="Google Shape;158;p24">
              <a:hlinkClick r:id="" action="ppaction://hlinkshowjump?jump=nextslide"/>
            </p:cNvPr>
            <p:cNvSpPr/>
            <p:nvPr/>
          </p:nvSpPr>
          <p:spPr>
            <a:xfrm>
              <a:off x="832550" y="3724650"/>
              <a:ext cx="747900" cy="457500"/>
            </a:xfrm>
            <a:prstGeom prst="roundRect">
              <a:avLst>
                <a:gd name="adj" fmla="val 50000"/>
              </a:avLst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</p:grpSp>
      <p:sp>
        <p:nvSpPr>
          <p:cNvPr id="12" name="Google Shape;362;p33">
            <a:extLst>
              <a:ext uri="{FF2B5EF4-FFF2-40B4-BE49-F238E27FC236}">
                <a16:creationId xmlns:a16="http://schemas.microsoft.com/office/drawing/2014/main" id="{DE333C05-E9E6-4943-BDD3-6536DCE54ECC}"/>
              </a:ext>
            </a:extLst>
          </p:cNvPr>
          <p:cNvSpPr txBox="1">
            <a:spLocks/>
          </p:cNvSpPr>
          <p:nvPr/>
        </p:nvSpPr>
        <p:spPr>
          <a:xfrm>
            <a:off x="550015" y="4365744"/>
            <a:ext cx="3849600" cy="458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"/>
              <a:buNone/>
              <a:defRPr sz="1600" b="0" i="0" u="none" strike="noStrike" cap="none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"/>
              <a:buNone/>
              <a:defRPr sz="1600" b="0" i="0" u="none" strike="noStrike" cap="none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"/>
              <a:buNone/>
              <a:defRPr sz="1600" b="0" i="0" u="none" strike="noStrike" cap="none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"/>
              <a:buNone/>
              <a:defRPr sz="1600" b="0" i="0" u="none" strike="noStrike" cap="none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"/>
              <a:buNone/>
              <a:defRPr sz="1600" b="0" i="0" u="none" strike="noStrike" cap="none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"/>
              <a:buNone/>
              <a:defRPr sz="1600" b="0" i="0" u="none" strike="noStrike" cap="none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"/>
              <a:buNone/>
              <a:defRPr sz="1600" b="0" i="0" u="none" strike="noStrike" cap="none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"/>
              <a:buNone/>
              <a:defRPr sz="1600" b="0" i="0" u="none" strike="noStrike" cap="none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"/>
              <a:buNone/>
              <a:defRPr sz="1600" b="0" i="0" u="none" strike="noStrike" cap="none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pPr indent="-292093">
              <a:buClr>
                <a:schemeClr val="accent4"/>
              </a:buClr>
              <a:buSzPts val="1000"/>
            </a:pPr>
            <a:r>
              <a:rPr lang="en-US" sz="1200" dirty="0"/>
              <a:t>By: Mennatullah Mahmoud 18101713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3"/>
          <p:cNvSpPr txBox="1">
            <a:spLocks noGrp="1"/>
          </p:cNvSpPr>
          <p:nvPr>
            <p:ph type="title"/>
          </p:nvPr>
        </p:nvSpPr>
        <p:spPr>
          <a:xfrm>
            <a:off x="706350" y="1830475"/>
            <a:ext cx="3163500" cy="148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dirty="0"/>
              <a:t>Introduction</a:t>
            </a:r>
            <a:endParaRPr dirty="0"/>
          </a:p>
        </p:txBody>
      </p:sp>
      <p:sp>
        <p:nvSpPr>
          <p:cNvPr id="362" name="Google Shape;362;p33"/>
          <p:cNvSpPr txBox="1">
            <a:spLocks noGrp="1"/>
          </p:cNvSpPr>
          <p:nvPr>
            <p:ph type="body" idx="1"/>
          </p:nvPr>
        </p:nvSpPr>
        <p:spPr>
          <a:xfrm>
            <a:off x="4572000" y="335761"/>
            <a:ext cx="3849600" cy="453651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indent="-292093">
              <a:buClr>
                <a:schemeClr val="accent4"/>
              </a:buClr>
              <a:buSzPts val="1000"/>
            </a:pPr>
            <a:r>
              <a:rPr lang="en-US" dirty="0"/>
              <a:t>In 2008 diabetes were responsible for 63% of all deaths all over the world.</a:t>
            </a:r>
          </a:p>
          <a:p>
            <a:pPr marL="165096" indent="0">
              <a:buClr>
                <a:schemeClr val="accent4"/>
              </a:buClr>
              <a:buSzPts val="1000"/>
              <a:buNone/>
            </a:pPr>
            <a:endParaRPr lang="en-US" dirty="0"/>
          </a:p>
          <a:p>
            <a:pPr indent="-292093">
              <a:buClr>
                <a:schemeClr val="accent4"/>
              </a:buClr>
              <a:buSzPts val="1000"/>
            </a:pPr>
            <a:r>
              <a:rPr lang="en-US" dirty="0"/>
              <a:t>It is important to know that the most serious type of DM is type 1 (T1D).</a:t>
            </a:r>
          </a:p>
          <a:p>
            <a:pPr marL="165096" indent="0">
              <a:buClr>
                <a:schemeClr val="accent4"/>
              </a:buClr>
              <a:buSzPts val="1000"/>
              <a:buNone/>
            </a:pPr>
            <a:endParaRPr lang="en-US" dirty="0"/>
          </a:p>
          <a:p>
            <a:pPr indent="-292093">
              <a:buClr>
                <a:schemeClr val="accent4"/>
              </a:buClr>
              <a:buSzPts val="1000"/>
            </a:pPr>
            <a:r>
              <a:rPr lang="en-US" dirty="0"/>
              <a:t>People with T1D need to check their glucose level several times per day, called continuous glucose monitoring (CGM). </a:t>
            </a:r>
          </a:p>
          <a:p>
            <a:pPr marL="165096" indent="0">
              <a:buClr>
                <a:schemeClr val="accent4"/>
              </a:buClr>
              <a:buSzPts val="1000"/>
              <a:buNone/>
            </a:pPr>
            <a:endParaRPr lang="en-US" dirty="0"/>
          </a:p>
          <a:p>
            <a:pPr indent="-292093">
              <a:buClr>
                <a:schemeClr val="accent4"/>
              </a:buClr>
              <a:buSzPts val="1000"/>
            </a:pPr>
            <a:r>
              <a:rPr lang="en-US" dirty="0"/>
              <a:t>Mobile Health (MH) improves well-being and quality of life by supporting continuous remote monitoring.</a:t>
            </a:r>
            <a:endParaRPr dirty="0"/>
          </a:p>
          <a:p>
            <a:pPr indent="0">
              <a:buNone/>
            </a:pPr>
            <a:endParaRPr dirty="0"/>
          </a:p>
          <a:p>
            <a:pPr indent="-292093">
              <a:buClr>
                <a:schemeClr val="accent4"/>
              </a:buClr>
              <a:buSzPts val="1000"/>
            </a:pPr>
            <a:r>
              <a:rPr lang="en-US" dirty="0"/>
              <a:t>A clinical decision support system (CDSS) is a knowledge-based system that can mimic medical experts in data analysis and decision-making.</a:t>
            </a:r>
            <a:endParaRPr dirty="0"/>
          </a:p>
        </p:txBody>
      </p:sp>
      <p:grpSp>
        <p:nvGrpSpPr>
          <p:cNvPr id="363" name="Google Shape;363;p33"/>
          <p:cNvGrpSpPr/>
          <p:nvPr/>
        </p:nvGrpSpPr>
        <p:grpSpPr>
          <a:xfrm>
            <a:off x="794950" y="3171275"/>
            <a:ext cx="747900" cy="457500"/>
            <a:chOff x="794950" y="3171275"/>
            <a:chExt cx="747900" cy="457500"/>
          </a:xfrm>
        </p:grpSpPr>
        <p:sp>
          <p:nvSpPr>
            <p:cNvPr id="364" name="Google Shape;364;p33"/>
            <p:cNvSpPr/>
            <p:nvPr/>
          </p:nvSpPr>
          <p:spPr>
            <a:xfrm>
              <a:off x="794950" y="3171275"/>
              <a:ext cx="747900" cy="4575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  <a:effectLst>
              <a:outerShdw blurRad="214313" dist="95250" dir="5400000" algn="bl" rotWithShape="0">
                <a:schemeClr val="accent2">
                  <a:alpha val="3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grpSp>
          <p:nvGrpSpPr>
            <p:cNvPr id="365" name="Google Shape;365;p33"/>
            <p:cNvGrpSpPr/>
            <p:nvPr/>
          </p:nvGrpSpPr>
          <p:grpSpPr>
            <a:xfrm rot="-5400000">
              <a:off x="1068956" y="3295135"/>
              <a:ext cx="199887" cy="209781"/>
              <a:chOff x="3319368" y="1152602"/>
              <a:chExt cx="90500" cy="94975"/>
            </a:xfrm>
          </p:grpSpPr>
          <p:sp>
            <p:nvSpPr>
              <p:cNvPr id="366" name="Google Shape;366;p33"/>
              <p:cNvSpPr/>
              <p:nvPr/>
            </p:nvSpPr>
            <p:spPr>
              <a:xfrm>
                <a:off x="3359543" y="1152602"/>
                <a:ext cx="10150" cy="94975"/>
              </a:xfrm>
              <a:custGeom>
                <a:avLst/>
                <a:gdLst/>
                <a:ahLst/>
                <a:cxnLst/>
                <a:rect l="l" t="t" r="r" b="b"/>
                <a:pathLst>
                  <a:path w="406" h="3799" extrusionOk="0">
                    <a:moveTo>
                      <a:pt x="203" y="0"/>
                    </a:moveTo>
                    <a:cubicBezTo>
                      <a:pt x="96" y="0"/>
                      <a:pt x="1" y="96"/>
                      <a:pt x="1" y="203"/>
                    </a:cubicBezTo>
                    <a:lnTo>
                      <a:pt x="1" y="3596"/>
                    </a:lnTo>
                    <a:cubicBezTo>
                      <a:pt x="1" y="3715"/>
                      <a:pt x="96" y="3798"/>
                      <a:pt x="203" y="3798"/>
                    </a:cubicBezTo>
                    <a:cubicBezTo>
                      <a:pt x="310" y="3798"/>
                      <a:pt x="406" y="3715"/>
                      <a:pt x="406" y="3608"/>
                    </a:cubicBezTo>
                    <a:lnTo>
                      <a:pt x="406" y="203"/>
                    </a:lnTo>
                    <a:cubicBezTo>
                      <a:pt x="406" y="96"/>
                      <a:pt x="310" y="0"/>
                      <a:pt x="20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/>
              </a:p>
            </p:txBody>
          </p:sp>
          <p:sp>
            <p:nvSpPr>
              <p:cNvPr id="367" name="Google Shape;367;p33"/>
              <p:cNvSpPr/>
              <p:nvPr/>
            </p:nvSpPr>
            <p:spPr>
              <a:xfrm>
                <a:off x="3319368" y="1197777"/>
                <a:ext cx="90500" cy="49800"/>
              </a:xfrm>
              <a:custGeom>
                <a:avLst/>
                <a:gdLst/>
                <a:ahLst/>
                <a:cxnLst/>
                <a:rect l="l" t="t" r="r" b="b"/>
                <a:pathLst>
                  <a:path w="3620" h="1992" extrusionOk="0">
                    <a:moveTo>
                      <a:pt x="221" y="0"/>
                    </a:moveTo>
                    <a:cubicBezTo>
                      <a:pt x="170" y="0"/>
                      <a:pt x="120" y="21"/>
                      <a:pt x="84" y="63"/>
                    </a:cubicBezTo>
                    <a:cubicBezTo>
                      <a:pt x="0" y="134"/>
                      <a:pt x="0" y="265"/>
                      <a:pt x="84" y="348"/>
                    </a:cubicBezTo>
                    <a:lnTo>
                      <a:pt x="1667" y="1932"/>
                    </a:lnTo>
                    <a:cubicBezTo>
                      <a:pt x="1715" y="1979"/>
                      <a:pt x="1763" y="1991"/>
                      <a:pt x="1810" y="1991"/>
                    </a:cubicBezTo>
                    <a:cubicBezTo>
                      <a:pt x="1858" y="1991"/>
                      <a:pt x="1917" y="1979"/>
                      <a:pt x="1953" y="1932"/>
                    </a:cubicBezTo>
                    <a:lnTo>
                      <a:pt x="3537" y="348"/>
                    </a:lnTo>
                    <a:cubicBezTo>
                      <a:pt x="3620" y="265"/>
                      <a:pt x="3620" y="134"/>
                      <a:pt x="3537" y="63"/>
                    </a:cubicBezTo>
                    <a:cubicBezTo>
                      <a:pt x="3501" y="21"/>
                      <a:pt x="3450" y="0"/>
                      <a:pt x="3400" y="0"/>
                    </a:cubicBezTo>
                    <a:cubicBezTo>
                      <a:pt x="3349" y="0"/>
                      <a:pt x="3298" y="21"/>
                      <a:pt x="3263" y="63"/>
                    </a:cubicBezTo>
                    <a:lnTo>
                      <a:pt x="1810" y="1515"/>
                    </a:lnTo>
                    <a:lnTo>
                      <a:pt x="358" y="63"/>
                    </a:lnTo>
                    <a:cubicBezTo>
                      <a:pt x="322" y="21"/>
                      <a:pt x="271" y="0"/>
                      <a:pt x="22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/>
              </a:p>
            </p:txBody>
          </p:sp>
        </p:grpSp>
        <p:sp>
          <p:nvSpPr>
            <p:cNvPr id="368" name="Google Shape;368;p33">
              <a:hlinkClick r:id="" action="ppaction://hlinkshowjump?jump=nextslide"/>
            </p:cNvPr>
            <p:cNvSpPr/>
            <p:nvPr/>
          </p:nvSpPr>
          <p:spPr>
            <a:xfrm>
              <a:off x="794950" y="3171275"/>
              <a:ext cx="747900" cy="457500"/>
            </a:xfrm>
            <a:prstGeom prst="roundRect">
              <a:avLst>
                <a:gd name="adj" fmla="val 50000"/>
              </a:avLst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0"/>
          <p:cNvSpPr/>
          <p:nvPr/>
        </p:nvSpPr>
        <p:spPr>
          <a:xfrm>
            <a:off x="2435164" y="1342797"/>
            <a:ext cx="4142100" cy="2359200"/>
          </a:xfrm>
          <a:prstGeom prst="roundRect">
            <a:avLst>
              <a:gd name="adj" fmla="val 11841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86" name="Google Shape;286;p30"/>
          <p:cNvSpPr txBox="1">
            <a:spLocks noGrp="1"/>
          </p:cNvSpPr>
          <p:nvPr>
            <p:ph type="title"/>
          </p:nvPr>
        </p:nvSpPr>
        <p:spPr>
          <a:xfrm>
            <a:off x="2998728" y="1469089"/>
            <a:ext cx="3180887" cy="84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sz="2400" dirty="0"/>
              <a:t>Proposed Solution</a:t>
            </a:r>
            <a:endParaRPr sz="2400" dirty="0"/>
          </a:p>
        </p:txBody>
      </p:sp>
      <p:sp>
        <p:nvSpPr>
          <p:cNvPr id="287" name="Google Shape;287;p30"/>
          <p:cNvSpPr txBox="1">
            <a:spLocks noGrp="1"/>
          </p:cNvSpPr>
          <p:nvPr>
            <p:ph type="subTitle" idx="1"/>
          </p:nvPr>
        </p:nvSpPr>
        <p:spPr>
          <a:xfrm>
            <a:off x="2998725" y="2133275"/>
            <a:ext cx="3394926" cy="80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sz="1400" dirty="0"/>
              <a:t>Interoperable MH framework suitable for mobile diabetes monitoring and providing of customized, long-term, and real-time treatment plans (TPs)</a:t>
            </a:r>
            <a:endParaRPr sz="1400" dirty="0"/>
          </a:p>
        </p:txBody>
      </p:sp>
      <p:grpSp>
        <p:nvGrpSpPr>
          <p:cNvPr id="290" name="Google Shape;290;p30"/>
          <p:cNvGrpSpPr/>
          <p:nvPr/>
        </p:nvGrpSpPr>
        <p:grpSpPr>
          <a:xfrm>
            <a:off x="5297164" y="3461959"/>
            <a:ext cx="747900" cy="457500"/>
            <a:chOff x="5549225" y="3480787"/>
            <a:chExt cx="747900" cy="457500"/>
          </a:xfrm>
        </p:grpSpPr>
        <p:grpSp>
          <p:nvGrpSpPr>
            <p:cNvPr id="291" name="Google Shape;291;p30"/>
            <p:cNvGrpSpPr/>
            <p:nvPr/>
          </p:nvGrpSpPr>
          <p:grpSpPr>
            <a:xfrm>
              <a:off x="5549225" y="3480787"/>
              <a:ext cx="747900" cy="457500"/>
              <a:chOff x="5549225" y="3480787"/>
              <a:chExt cx="747900" cy="457500"/>
            </a:xfrm>
          </p:grpSpPr>
          <p:sp>
            <p:nvSpPr>
              <p:cNvPr id="292" name="Google Shape;292;p30"/>
              <p:cNvSpPr/>
              <p:nvPr/>
            </p:nvSpPr>
            <p:spPr>
              <a:xfrm>
                <a:off x="5549225" y="3480787"/>
                <a:ext cx="747900" cy="457500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  <a:effectLst>
                <a:outerShdw blurRad="214313" dist="95250" dir="5400000" algn="bl" rotWithShape="0">
                  <a:schemeClr val="accent2">
                    <a:alpha val="3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/>
              </a:p>
            </p:txBody>
          </p:sp>
          <p:sp>
            <p:nvSpPr>
              <p:cNvPr id="293" name="Google Shape;293;p30"/>
              <p:cNvSpPr/>
              <p:nvPr/>
            </p:nvSpPr>
            <p:spPr>
              <a:xfrm rot="-5400000">
                <a:off x="5911966" y="3604646"/>
                <a:ext cx="22418" cy="209781"/>
              </a:xfrm>
              <a:custGeom>
                <a:avLst/>
                <a:gdLst/>
                <a:ahLst/>
                <a:cxnLst/>
                <a:rect l="l" t="t" r="r" b="b"/>
                <a:pathLst>
                  <a:path w="406" h="3799" extrusionOk="0">
                    <a:moveTo>
                      <a:pt x="203" y="0"/>
                    </a:moveTo>
                    <a:cubicBezTo>
                      <a:pt x="96" y="0"/>
                      <a:pt x="1" y="96"/>
                      <a:pt x="1" y="203"/>
                    </a:cubicBezTo>
                    <a:lnTo>
                      <a:pt x="1" y="3596"/>
                    </a:lnTo>
                    <a:cubicBezTo>
                      <a:pt x="1" y="3715"/>
                      <a:pt x="96" y="3798"/>
                      <a:pt x="203" y="3798"/>
                    </a:cubicBezTo>
                    <a:cubicBezTo>
                      <a:pt x="310" y="3798"/>
                      <a:pt x="406" y="3715"/>
                      <a:pt x="406" y="3608"/>
                    </a:cubicBezTo>
                    <a:lnTo>
                      <a:pt x="406" y="203"/>
                    </a:lnTo>
                    <a:cubicBezTo>
                      <a:pt x="406" y="96"/>
                      <a:pt x="310" y="0"/>
                      <a:pt x="20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/>
              </a:p>
            </p:txBody>
          </p:sp>
          <p:sp>
            <p:nvSpPr>
              <p:cNvPr id="294" name="Google Shape;294;p30"/>
              <p:cNvSpPr/>
              <p:nvPr/>
            </p:nvSpPr>
            <p:spPr>
              <a:xfrm rot="-5400000">
                <a:off x="5873123" y="3654538"/>
                <a:ext cx="199887" cy="109998"/>
              </a:xfrm>
              <a:custGeom>
                <a:avLst/>
                <a:gdLst/>
                <a:ahLst/>
                <a:cxnLst/>
                <a:rect l="l" t="t" r="r" b="b"/>
                <a:pathLst>
                  <a:path w="3620" h="1992" extrusionOk="0">
                    <a:moveTo>
                      <a:pt x="221" y="0"/>
                    </a:moveTo>
                    <a:cubicBezTo>
                      <a:pt x="170" y="0"/>
                      <a:pt x="120" y="21"/>
                      <a:pt x="84" y="63"/>
                    </a:cubicBezTo>
                    <a:cubicBezTo>
                      <a:pt x="0" y="134"/>
                      <a:pt x="0" y="265"/>
                      <a:pt x="84" y="348"/>
                    </a:cubicBezTo>
                    <a:lnTo>
                      <a:pt x="1667" y="1932"/>
                    </a:lnTo>
                    <a:cubicBezTo>
                      <a:pt x="1715" y="1979"/>
                      <a:pt x="1763" y="1991"/>
                      <a:pt x="1810" y="1991"/>
                    </a:cubicBezTo>
                    <a:cubicBezTo>
                      <a:pt x="1858" y="1991"/>
                      <a:pt x="1917" y="1979"/>
                      <a:pt x="1953" y="1932"/>
                    </a:cubicBezTo>
                    <a:lnTo>
                      <a:pt x="3537" y="348"/>
                    </a:lnTo>
                    <a:cubicBezTo>
                      <a:pt x="3620" y="265"/>
                      <a:pt x="3620" y="134"/>
                      <a:pt x="3537" y="63"/>
                    </a:cubicBezTo>
                    <a:cubicBezTo>
                      <a:pt x="3501" y="21"/>
                      <a:pt x="3450" y="0"/>
                      <a:pt x="3400" y="0"/>
                    </a:cubicBezTo>
                    <a:cubicBezTo>
                      <a:pt x="3349" y="0"/>
                      <a:pt x="3298" y="21"/>
                      <a:pt x="3263" y="63"/>
                    </a:cubicBezTo>
                    <a:lnTo>
                      <a:pt x="1810" y="1515"/>
                    </a:lnTo>
                    <a:lnTo>
                      <a:pt x="358" y="63"/>
                    </a:lnTo>
                    <a:cubicBezTo>
                      <a:pt x="322" y="21"/>
                      <a:pt x="271" y="0"/>
                      <a:pt x="22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/>
              </a:p>
            </p:txBody>
          </p:sp>
        </p:grpSp>
        <p:sp>
          <p:nvSpPr>
            <p:cNvPr id="295" name="Google Shape;295;p30">
              <a:hlinkClick r:id="" action="ppaction://hlinkshowjump?jump=nextslide"/>
            </p:cNvPr>
            <p:cNvSpPr/>
            <p:nvPr/>
          </p:nvSpPr>
          <p:spPr>
            <a:xfrm>
              <a:off x="5549225" y="3480787"/>
              <a:ext cx="747900" cy="457500"/>
            </a:xfrm>
            <a:prstGeom prst="roundRect">
              <a:avLst>
                <a:gd name="adj" fmla="val 50000"/>
              </a:avLst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510985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6"/>
          <p:cNvSpPr/>
          <p:nvPr/>
        </p:nvSpPr>
        <p:spPr>
          <a:xfrm>
            <a:off x="5125875" y="1362363"/>
            <a:ext cx="3062100" cy="12969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70" name="Google Shape;170;p26"/>
          <p:cNvSpPr/>
          <p:nvPr/>
        </p:nvSpPr>
        <p:spPr>
          <a:xfrm>
            <a:off x="4836575" y="1087013"/>
            <a:ext cx="621000" cy="62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71" name="Google Shape;171;p26"/>
          <p:cNvSpPr/>
          <p:nvPr/>
        </p:nvSpPr>
        <p:spPr>
          <a:xfrm>
            <a:off x="1245325" y="1362363"/>
            <a:ext cx="3062100" cy="12969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>
            <a:noFill/>
          </a:ln>
          <a:effectLst>
            <a:outerShdw blurRad="228600" dist="95250" dir="5400000" algn="bl" rotWithShape="0">
              <a:schemeClr val="accent2">
                <a:alpha val="25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72" name="Google Shape;172;p26"/>
          <p:cNvSpPr/>
          <p:nvPr/>
        </p:nvSpPr>
        <p:spPr>
          <a:xfrm>
            <a:off x="956025" y="1087013"/>
            <a:ext cx="621000" cy="62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73" name="Google Shape;173;p26"/>
          <p:cNvSpPr/>
          <p:nvPr/>
        </p:nvSpPr>
        <p:spPr>
          <a:xfrm>
            <a:off x="1245325" y="3144913"/>
            <a:ext cx="3062100" cy="12969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74" name="Google Shape;174;p26"/>
          <p:cNvSpPr/>
          <p:nvPr/>
        </p:nvSpPr>
        <p:spPr>
          <a:xfrm>
            <a:off x="956025" y="2869563"/>
            <a:ext cx="621000" cy="62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75" name="Google Shape;175;p26"/>
          <p:cNvSpPr/>
          <p:nvPr/>
        </p:nvSpPr>
        <p:spPr>
          <a:xfrm>
            <a:off x="5125875" y="3144913"/>
            <a:ext cx="3062100" cy="12969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76" name="Google Shape;176;p26"/>
          <p:cNvSpPr/>
          <p:nvPr/>
        </p:nvSpPr>
        <p:spPr>
          <a:xfrm>
            <a:off x="4836575" y="2869563"/>
            <a:ext cx="621000" cy="62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77" name="Google Shape;177;p26"/>
          <p:cNvSpPr txBox="1">
            <a:spLocks noGrp="1"/>
          </p:cNvSpPr>
          <p:nvPr>
            <p:ph type="title"/>
          </p:nvPr>
        </p:nvSpPr>
        <p:spPr>
          <a:xfrm>
            <a:off x="713100" y="368825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/>
              <a:t>Modules of the system</a:t>
            </a:r>
            <a:endParaRPr dirty="0"/>
          </a:p>
        </p:txBody>
      </p:sp>
      <p:sp>
        <p:nvSpPr>
          <p:cNvPr id="178" name="Google Shape;178;p26"/>
          <p:cNvSpPr txBox="1">
            <a:spLocks noGrp="1"/>
          </p:cNvSpPr>
          <p:nvPr>
            <p:ph type="subTitle" idx="1"/>
          </p:nvPr>
        </p:nvSpPr>
        <p:spPr>
          <a:xfrm>
            <a:off x="1483225" y="1527500"/>
            <a:ext cx="2587800" cy="42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dirty="0">
                <a:solidFill>
                  <a:schemeClr val="lt1"/>
                </a:solidFill>
              </a:rPr>
              <a:t>Patient module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179" name="Google Shape;179;p26"/>
          <p:cNvSpPr txBox="1">
            <a:spLocks noGrp="1"/>
          </p:cNvSpPr>
          <p:nvPr>
            <p:ph type="subTitle" idx="2"/>
          </p:nvPr>
        </p:nvSpPr>
        <p:spPr>
          <a:xfrm>
            <a:off x="1483225" y="1830325"/>
            <a:ext cx="2587800" cy="62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sz="1200" dirty="0">
                <a:solidFill>
                  <a:schemeClr val="lt1"/>
                </a:solidFill>
              </a:rPr>
              <a:t>Every patient has a wireless body area network (WBAN) to collect biomedical signs.</a:t>
            </a:r>
            <a:endParaRPr sz="1200" dirty="0">
              <a:solidFill>
                <a:schemeClr val="lt1"/>
              </a:solidFill>
            </a:endParaRPr>
          </a:p>
        </p:txBody>
      </p:sp>
      <p:sp>
        <p:nvSpPr>
          <p:cNvPr id="180" name="Google Shape;180;p26"/>
          <p:cNvSpPr txBox="1">
            <a:spLocks noGrp="1"/>
          </p:cNvSpPr>
          <p:nvPr>
            <p:ph type="title" idx="3"/>
          </p:nvPr>
        </p:nvSpPr>
        <p:spPr>
          <a:xfrm>
            <a:off x="996825" y="1185863"/>
            <a:ext cx="539400" cy="42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>
                <a:solidFill>
                  <a:schemeClr val="lt1"/>
                </a:solidFill>
              </a:rPr>
              <a:t>01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81" name="Google Shape;181;p26"/>
          <p:cNvSpPr txBox="1">
            <a:spLocks noGrp="1"/>
          </p:cNvSpPr>
          <p:nvPr>
            <p:ph type="subTitle" idx="4"/>
          </p:nvPr>
        </p:nvSpPr>
        <p:spPr>
          <a:xfrm>
            <a:off x="5365375" y="1527500"/>
            <a:ext cx="2587800" cy="42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dirty="0">
                <a:solidFill>
                  <a:schemeClr val="bg1"/>
                </a:solidFill>
              </a:rPr>
              <a:t>CDSS module</a:t>
            </a:r>
          </a:p>
        </p:txBody>
      </p:sp>
      <p:sp>
        <p:nvSpPr>
          <p:cNvPr id="182" name="Google Shape;182;p26"/>
          <p:cNvSpPr txBox="1">
            <a:spLocks noGrp="1"/>
          </p:cNvSpPr>
          <p:nvPr>
            <p:ph type="subTitle" idx="5"/>
          </p:nvPr>
        </p:nvSpPr>
        <p:spPr>
          <a:xfrm>
            <a:off x="5365375" y="1837469"/>
            <a:ext cx="2587800" cy="62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sz="1200" dirty="0">
                <a:solidFill>
                  <a:schemeClr val="bg1"/>
                </a:solidFill>
              </a:rPr>
              <a:t>Collects, integrates, and interprets patient data and proposes TPs</a:t>
            </a:r>
            <a:endParaRPr sz="1200" dirty="0">
              <a:solidFill>
                <a:schemeClr val="bg1"/>
              </a:solidFill>
            </a:endParaRPr>
          </a:p>
        </p:txBody>
      </p:sp>
      <p:sp>
        <p:nvSpPr>
          <p:cNvPr id="183" name="Google Shape;183;p26"/>
          <p:cNvSpPr txBox="1">
            <a:spLocks noGrp="1"/>
          </p:cNvSpPr>
          <p:nvPr>
            <p:ph type="title" idx="6"/>
          </p:nvPr>
        </p:nvSpPr>
        <p:spPr>
          <a:xfrm>
            <a:off x="4878975" y="1185863"/>
            <a:ext cx="539400" cy="42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>
                <a:solidFill>
                  <a:schemeClr val="lt1"/>
                </a:solidFill>
              </a:rPr>
              <a:t>02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84" name="Google Shape;184;p26"/>
          <p:cNvSpPr txBox="1">
            <a:spLocks noGrp="1"/>
          </p:cNvSpPr>
          <p:nvPr>
            <p:ph type="subTitle" idx="7"/>
          </p:nvPr>
        </p:nvSpPr>
        <p:spPr>
          <a:xfrm>
            <a:off x="1483225" y="3310050"/>
            <a:ext cx="2587800" cy="42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dirty="0">
                <a:solidFill>
                  <a:schemeClr val="bg1"/>
                </a:solidFill>
              </a:rPr>
              <a:t>Backend module</a:t>
            </a:r>
          </a:p>
        </p:txBody>
      </p:sp>
      <p:sp>
        <p:nvSpPr>
          <p:cNvPr id="185" name="Google Shape;185;p26"/>
          <p:cNvSpPr txBox="1">
            <a:spLocks noGrp="1"/>
          </p:cNvSpPr>
          <p:nvPr>
            <p:ph type="subTitle" idx="8"/>
          </p:nvPr>
        </p:nvSpPr>
        <p:spPr>
          <a:xfrm>
            <a:off x="1483225" y="3584299"/>
            <a:ext cx="2587800" cy="62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sz="1200" dirty="0">
                <a:solidFill>
                  <a:schemeClr val="bg1"/>
                </a:solidFill>
              </a:rPr>
              <a:t>Responsible for collecting the patient’s historical data from distributed EHR systems.</a:t>
            </a:r>
            <a:endParaRPr sz="1200" dirty="0">
              <a:solidFill>
                <a:schemeClr val="bg1"/>
              </a:solidFill>
            </a:endParaRPr>
          </a:p>
        </p:txBody>
      </p:sp>
      <p:sp>
        <p:nvSpPr>
          <p:cNvPr id="186" name="Google Shape;186;p26"/>
          <p:cNvSpPr txBox="1">
            <a:spLocks noGrp="1"/>
          </p:cNvSpPr>
          <p:nvPr>
            <p:ph type="title" idx="9"/>
          </p:nvPr>
        </p:nvSpPr>
        <p:spPr>
          <a:xfrm>
            <a:off x="996825" y="2968413"/>
            <a:ext cx="539400" cy="42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>
                <a:solidFill>
                  <a:schemeClr val="lt1"/>
                </a:solidFill>
              </a:rPr>
              <a:t>03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87" name="Google Shape;187;p26"/>
          <p:cNvSpPr txBox="1">
            <a:spLocks noGrp="1"/>
          </p:cNvSpPr>
          <p:nvPr>
            <p:ph type="subTitle" idx="13"/>
          </p:nvPr>
        </p:nvSpPr>
        <p:spPr>
          <a:xfrm>
            <a:off x="5365375" y="3310050"/>
            <a:ext cx="2587800" cy="42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dirty="0">
                <a:solidFill>
                  <a:schemeClr val="bg1"/>
                </a:solidFill>
              </a:rPr>
              <a:t>Services module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88" name="Google Shape;188;p26"/>
          <p:cNvSpPr txBox="1">
            <a:spLocks noGrp="1"/>
          </p:cNvSpPr>
          <p:nvPr>
            <p:ph type="subTitle" idx="14"/>
          </p:nvPr>
        </p:nvSpPr>
        <p:spPr>
          <a:xfrm>
            <a:off x="5365376" y="3570011"/>
            <a:ext cx="2678488" cy="62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sz="1200" dirty="0">
                <a:solidFill>
                  <a:schemeClr val="bg1"/>
                </a:solidFill>
              </a:rPr>
              <a:t>Provides a collection of services for patients and physicians including real time guidance, provision of TPs, and emergencies</a:t>
            </a:r>
            <a:endParaRPr sz="1200" dirty="0">
              <a:solidFill>
                <a:schemeClr val="bg1"/>
              </a:solidFill>
            </a:endParaRPr>
          </a:p>
        </p:txBody>
      </p:sp>
      <p:sp>
        <p:nvSpPr>
          <p:cNvPr id="189" name="Google Shape;189;p26"/>
          <p:cNvSpPr txBox="1">
            <a:spLocks noGrp="1"/>
          </p:cNvSpPr>
          <p:nvPr>
            <p:ph type="title" idx="15"/>
          </p:nvPr>
        </p:nvSpPr>
        <p:spPr>
          <a:xfrm>
            <a:off x="4878975" y="2968413"/>
            <a:ext cx="539400" cy="42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>
                <a:solidFill>
                  <a:schemeClr val="lt1"/>
                </a:solidFill>
              </a:rPr>
              <a:t>04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0"/>
          <p:cNvSpPr/>
          <p:nvPr/>
        </p:nvSpPr>
        <p:spPr>
          <a:xfrm>
            <a:off x="2785212" y="1428525"/>
            <a:ext cx="4142100" cy="2359200"/>
          </a:xfrm>
          <a:prstGeom prst="roundRect">
            <a:avLst>
              <a:gd name="adj" fmla="val 11841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86" name="Google Shape;286;p30"/>
          <p:cNvSpPr txBox="1">
            <a:spLocks noGrp="1"/>
          </p:cNvSpPr>
          <p:nvPr>
            <p:ph type="title"/>
          </p:nvPr>
        </p:nvSpPr>
        <p:spPr>
          <a:xfrm>
            <a:off x="3340238" y="1808193"/>
            <a:ext cx="3032050" cy="135983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 dirty="0"/>
              <a:t>Patient module</a:t>
            </a:r>
            <a:endParaRPr dirty="0"/>
          </a:p>
        </p:txBody>
      </p:sp>
      <p:sp>
        <p:nvSpPr>
          <p:cNvPr id="288" name="Google Shape;288;p30"/>
          <p:cNvSpPr/>
          <p:nvPr/>
        </p:nvSpPr>
        <p:spPr>
          <a:xfrm>
            <a:off x="2397600" y="1030037"/>
            <a:ext cx="809100" cy="8091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89" name="Google Shape;289;p30"/>
          <p:cNvSpPr txBox="1">
            <a:spLocks noGrp="1"/>
          </p:cNvSpPr>
          <p:nvPr>
            <p:ph type="title" idx="2"/>
          </p:nvPr>
        </p:nvSpPr>
        <p:spPr>
          <a:xfrm>
            <a:off x="2448025" y="1222975"/>
            <a:ext cx="708300" cy="42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/>
              <a:t>01</a:t>
            </a:r>
            <a:endParaRPr/>
          </a:p>
        </p:txBody>
      </p:sp>
      <p:grpSp>
        <p:nvGrpSpPr>
          <p:cNvPr id="290" name="Google Shape;290;p30"/>
          <p:cNvGrpSpPr/>
          <p:nvPr/>
        </p:nvGrpSpPr>
        <p:grpSpPr>
          <a:xfrm>
            <a:off x="5647212" y="3547687"/>
            <a:ext cx="747900" cy="457500"/>
            <a:chOff x="5549225" y="3480787"/>
            <a:chExt cx="747900" cy="457500"/>
          </a:xfrm>
        </p:grpSpPr>
        <p:grpSp>
          <p:nvGrpSpPr>
            <p:cNvPr id="291" name="Google Shape;291;p30"/>
            <p:cNvGrpSpPr/>
            <p:nvPr/>
          </p:nvGrpSpPr>
          <p:grpSpPr>
            <a:xfrm>
              <a:off x="5549225" y="3480787"/>
              <a:ext cx="747900" cy="457500"/>
              <a:chOff x="5549225" y="3480787"/>
              <a:chExt cx="747900" cy="457500"/>
            </a:xfrm>
          </p:grpSpPr>
          <p:sp>
            <p:nvSpPr>
              <p:cNvPr id="292" name="Google Shape;292;p30"/>
              <p:cNvSpPr/>
              <p:nvPr/>
            </p:nvSpPr>
            <p:spPr>
              <a:xfrm>
                <a:off x="5549225" y="3480787"/>
                <a:ext cx="747900" cy="457500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  <a:effectLst>
                <a:outerShdw blurRad="214313" dist="95250" dir="5400000" algn="bl" rotWithShape="0">
                  <a:schemeClr val="accent2">
                    <a:alpha val="3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/>
              </a:p>
            </p:txBody>
          </p:sp>
          <p:sp>
            <p:nvSpPr>
              <p:cNvPr id="293" name="Google Shape;293;p30"/>
              <p:cNvSpPr/>
              <p:nvPr/>
            </p:nvSpPr>
            <p:spPr>
              <a:xfrm rot="-5400000">
                <a:off x="5911966" y="3604646"/>
                <a:ext cx="22418" cy="209781"/>
              </a:xfrm>
              <a:custGeom>
                <a:avLst/>
                <a:gdLst/>
                <a:ahLst/>
                <a:cxnLst/>
                <a:rect l="l" t="t" r="r" b="b"/>
                <a:pathLst>
                  <a:path w="406" h="3799" extrusionOk="0">
                    <a:moveTo>
                      <a:pt x="203" y="0"/>
                    </a:moveTo>
                    <a:cubicBezTo>
                      <a:pt x="96" y="0"/>
                      <a:pt x="1" y="96"/>
                      <a:pt x="1" y="203"/>
                    </a:cubicBezTo>
                    <a:lnTo>
                      <a:pt x="1" y="3596"/>
                    </a:lnTo>
                    <a:cubicBezTo>
                      <a:pt x="1" y="3715"/>
                      <a:pt x="96" y="3798"/>
                      <a:pt x="203" y="3798"/>
                    </a:cubicBezTo>
                    <a:cubicBezTo>
                      <a:pt x="310" y="3798"/>
                      <a:pt x="406" y="3715"/>
                      <a:pt x="406" y="3608"/>
                    </a:cubicBezTo>
                    <a:lnTo>
                      <a:pt x="406" y="203"/>
                    </a:lnTo>
                    <a:cubicBezTo>
                      <a:pt x="406" y="96"/>
                      <a:pt x="310" y="0"/>
                      <a:pt x="20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/>
              </a:p>
            </p:txBody>
          </p:sp>
          <p:sp>
            <p:nvSpPr>
              <p:cNvPr id="294" name="Google Shape;294;p30"/>
              <p:cNvSpPr/>
              <p:nvPr/>
            </p:nvSpPr>
            <p:spPr>
              <a:xfrm rot="-5400000">
                <a:off x="5873123" y="3654538"/>
                <a:ext cx="199887" cy="109998"/>
              </a:xfrm>
              <a:custGeom>
                <a:avLst/>
                <a:gdLst/>
                <a:ahLst/>
                <a:cxnLst/>
                <a:rect l="l" t="t" r="r" b="b"/>
                <a:pathLst>
                  <a:path w="3620" h="1992" extrusionOk="0">
                    <a:moveTo>
                      <a:pt x="221" y="0"/>
                    </a:moveTo>
                    <a:cubicBezTo>
                      <a:pt x="170" y="0"/>
                      <a:pt x="120" y="21"/>
                      <a:pt x="84" y="63"/>
                    </a:cubicBezTo>
                    <a:cubicBezTo>
                      <a:pt x="0" y="134"/>
                      <a:pt x="0" y="265"/>
                      <a:pt x="84" y="348"/>
                    </a:cubicBezTo>
                    <a:lnTo>
                      <a:pt x="1667" y="1932"/>
                    </a:lnTo>
                    <a:cubicBezTo>
                      <a:pt x="1715" y="1979"/>
                      <a:pt x="1763" y="1991"/>
                      <a:pt x="1810" y="1991"/>
                    </a:cubicBezTo>
                    <a:cubicBezTo>
                      <a:pt x="1858" y="1991"/>
                      <a:pt x="1917" y="1979"/>
                      <a:pt x="1953" y="1932"/>
                    </a:cubicBezTo>
                    <a:lnTo>
                      <a:pt x="3537" y="348"/>
                    </a:lnTo>
                    <a:cubicBezTo>
                      <a:pt x="3620" y="265"/>
                      <a:pt x="3620" y="134"/>
                      <a:pt x="3537" y="63"/>
                    </a:cubicBezTo>
                    <a:cubicBezTo>
                      <a:pt x="3501" y="21"/>
                      <a:pt x="3450" y="0"/>
                      <a:pt x="3400" y="0"/>
                    </a:cubicBezTo>
                    <a:cubicBezTo>
                      <a:pt x="3349" y="0"/>
                      <a:pt x="3298" y="21"/>
                      <a:pt x="3263" y="63"/>
                    </a:cubicBezTo>
                    <a:lnTo>
                      <a:pt x="1810" y="1515"/>
                    </a:lnTo>
                    <a:lnTo>
                      <a:pt x="358" y="63"/>
                    </a:lnTo>
                    <a:cubicBezTo>
                      <a:pt x="322" y="21"/>
                      <a:pt x="271" y="0"/>
                      <a:pt x="22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/>
              </a:p>
            </p:txBody>
          </p:sp>
        </p:grpSp>
        <p:sp>
          <p:nvSpPr>
            <p:cNvPr id="295" name="Google Shape;295;p30">
              <a:hlinkClick r:id="" action="ppaction://hlinkshowjump?jump=nextslide"/>
            </p:cNvPr>
            <p:cNvSpPr/>
            <p:nvPr/>
          </p:nvSpPr>
          <p:spPr>
            <a:xfrm>
              <a:off x="5549225" y="3480787"/>
              <a:ext cx="747900" cy="457500"/>
            </a:xfrm>
            <a:prstGeom prst="roundRect">
              <a:avLst>
                <a:gd name="adj" fmla="val 50000"/>
              </a:avLst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791550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9"/>
          <p:cNvSpPr/>
          <p:nvPr/>
        </p:nvSpPr>
        <p:spPr>
          <a:xfrm>
            <a:off x="6025500" y="1831600"/>
            <a:ext cx="2405400" cy="2105400"/>
          </a:xfrm>
          <a:prstGeom prst="roundRect">
            <a:avLst>
              <a:gd name="adj" fmla="val 8644"/>
            </a:avLst>
          </a:prstGeom>
          <a:solidFill>
            <a:schemeClr val="accent4"/>
          </a:solidFill>
          <a:ln>
            <a:noFill/>
          </a:ln>
          <a:effectLst>
            <a:outerShdw blurRad="228600" dist="95250" dir="5400000" algn="bl" rotWithShape="0">
              <a:schemeClr val="accent4">
                <a:alpha val="25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36" name="Google Shape;236;p29"/>
          <p:cNvSpPr/>
          <p:nvPr/>
        </p:nvSpPr>
        <p:spPr>
          <a:xfrm>
            <a:off x="3369300" y="1831600"/>
            <a:ext cx="2405400" cy="2105400"/>
          </a:xfrm>
          <a:prstGeom prst="roundRect">
            <a:avLst>
              <a:gd name="adj" fmla="val 8644"/>
            </a:avLst>
          </a:prstGeom>
          <a:solidFill>
            <a:schemeClr val="accent2"/>
          </a:solidFill>
          <a:ln>
            <a:noFill/>
          </a:ln>
          <a:effectLst>
            <a:outerShdw blurRad="228600" dist="95250" dir="5400000" algn="bl" rotWithShape="0">
              <a:schemeClr val="accent2">
                <a:alpha val="25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37" name="Google Shape;237;p29"/>
          <p:cNvSpPr/>
          <p:nvPr/>
        </p:nvSpPr>
        <p:spPr>
          <a:xfrm>
            <a:off x="713100" y="1831600"/>
            <a:ext cx="2405400" cy="2105400"/>
          </a:xfrm>
          <a:prstGeom prst="roundRect">
            <a:avLst>
              <a:gd name="adj" fmla="val 8644"/>
            </a:avLst>
          </a:prstGeom>
          <a:solidFill>
            <a:schemeClr val="accent1"/>
          </a:solidFill>
          <a:ln>
            <a:noFill/>
          </a:ln>
          <a:effectLst>
            <a:outerShdw blurRad="228600" dist="95250" dir="5400000" algn="bl" rotWithShape="0">
              <a:schemeClr val="accent3">
                <a:alpha val="25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/>
          </a:p>
        </p:txBody>
      </p:sp>
      <p:sp>
        <p:nvSpPr>
          <p:cNvPr id="238" name="Google Shape;238;p29"/>
          <p:cNvSpPr/>
          <p:nvPr/>
        </p:nvSpPr>
        <p:spPr>
          <a:xfrm>
            <a:off x="1605300" y="1524463"/>
            <a:ext cx="621000" cy="62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39" name="Google Shape;239;p29"/>
          <p:cNvSpPr/>
          <p:nvPr/>
        </p:nvSpPr>
        <p:spPr>
          <a:xfrm>
            <a:off x="4261500" y="1524463"/>
            <a:ext cx="621000" cy="62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40" name="Google Shape;240;p29"/>
          <p:cNvSpPr/>
          <p:nvPr/>
        </p:nvSpPr>
        <p:spPr>
          <a:xfrm>
            <a:off x="6917700" y="1524463"/>
            <a:ext cx="621000" cy="621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41" name="Google Shape;241;p29"/>
          <p:cNvSpPr txBox="1">
            <a:spLocks noGrp="1"/>
          </p:cNvSpPr>
          <p:nvPr>
            <p:ph type="title"/>
          </p:nvPr>
        </p:nvSpPr>
        <p:spPr>
          <a:xfrm>
            <a:off x="713100" y="368825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/>
              <a:t>Goals</a:t>
            </a:r>
            <a:endParaRPr/>
          </a:p>
        </p:txBody>
      </p:sp>
      <p:sp>
        <p:nvSpPr>
          <p:cNvPr id="242" name="Google Shape;242;p29"/>
          <p:cNvSpPr txBox="1">
            <a:spLocks noGrp="1"/>
          </p:cNvSpPr>
          <p:nvPr>
            <p:ph type="subTitle" idx="1"/>
          </p:nvPr>
        </p:nvSpPr>
        <p:spPr>
          <a:xfrm>
            <a:off x="879901" y="2152672"/>
            <a:ext cx="2075700" cy="42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dirty="0"/>
              <a:t>WBAN</a:t>
            </a:r>
            <a:r>
              <a:rPr lang="en-US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dirty="0"/>
          </a:p>
        </p:txBody>
      </p:sp>
      <p:sp>
        <p:nvSpPr>
          <p:cNvPr id="243" name="Google Shape;243;p29"/>
          <p:cNvSpPr txBox="1">
            <a:spLocks noGrp="1"/>
          </p:cNvSpPr>
          <p:nvPr>
            <p:ph type="subTitle" idx="2"/>
          </p:nvPr>
        </p:nvSpPr>
        <p:spPr>
          <a:xfrm>
            <a:off x="744038" y="2597187"/>
            <a:ext cx="2351475" cy="106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dirty="0"/>
              <a:t>Responsible for collecting a patient’s sensed data and dispatching them for further processing</a:t>
            </a:r>
            <a:endParaRPr dirty="0"/>
          </a:p>
        </p:txBody>
      </p:sp>
      <p:sp>
        <p:nvSpPr>
          <p:cNvPr id="244" name="Google Shape;244;p29"/>
          <p:cNvSpPr txBox="1">
            <a:spLocks noGrp="1"/>
          </p:cNvSpPr>
          <p:nvPr>
            <p:ph type="subTitle" idx="3"/>
          </p:nvPr>
        </p:nvSpPr>
        <p:spPr>
          <a:xfrm>
            <a:off x="3535126" y="2045511"/>
            <a:ext cx="2075700" cy="42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dirty="0">
                <a:solidFill>
                  <a:schemeClr val="lt1"/>
                </a:solidFill>
              </a:rPr>
              <a:t>Semantic interoperability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245" name="Google Shape;245;p29"/>
          <p:cNvSpPr txBox="1">
            <a:spLocks noGrp="1"/>
          </p:cNvSpPr>
          <p:nvPr>
            <p:ph type="subTitle" idx="4"/>
          </p:nvPr>
        </p:nvSpPr>
        <p:spPr>
          <a:xfrm>
            <a:off x="3346314" y="2683687"/>
            <a:ext cx="2490374" cy="106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sz="1200" dirty="0">
                <a:solidFill>
                  <a:schemeClr val="lt1"/>
                </a:solidFill>
              </a:rPr>
              <a:t>ISO/IEEE 11073 family of standards is used as an open standard for message formatting and as communication protocol between the WBAN and the WBU</a:t>
            </a:r>
            <a:endParaRPr sz="1200" dirty="0">
              <a:solidFill>
                <a:schemeClr val="lt1"/>
              </a:solidFill>
            </a:endParaRPr>
          </a:p>
        </p:txBody>
      </p:sp>
      <p:sp>
        <p:nvSpPr>
          <p:cNvPr id="246" name="Google Shape;246;p29"/>
          <p:cNvSpPr txBox="1">
            <a:spLocks noGrp="1"/>
          </p:cNvSpPr>
          <p:nvPr>
            <p:ph type="subTitle" idx="5"/>
          </p:nvPr>
        </p:nvSpPr>
        <p:spPr>
          <a:xfrm>
            <a:off x="6190351" y="2181244"/>
            <a:ext cx="2075700" cy="42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dirty="0">
                <a:solidFill>
                  <a:schemeClr val="lt1"/>
                </a:solidFill>
              </a:rPr>
              <a:t>WBU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247" name="Google Shape;247;p29"/>
          <p:cNvSpPr txBox="1">
            <a:spLocks noGrp="1"/>
          </p:cNvSpPr>
          <p:nvPr>
            <p:ph type="subTitle" idx="6"/>
          </p:nvPr>
        </p:nvSpPr>
        <p:spPr>
          <a:xfrm>
            <a:off x="6159416" y="2597187"/>
            <a:ext cx="2240549" cy="106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43" indent="-285743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lt1"/>
                </a:solidFill>
              </a:rPr>
              <a:t>Message receiver </a:t>
            </a:r>
          </a:p>
          <a:p>
            <a:pPr marL="285743" indent="-285743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lt1"/>
                </a:solidFill>
              </a:rPr>
              <a:t>Message transformer</a:t>
            </a:r>
          </a:p>
          <a:p>
            <a:pPr marL="285743" indent="-285743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lt1"/>
                </a:solidFill>
              </a:rPr>
              <a:t>Message sender </a:t>
            </a:r>
            <a:endParaRPr dirty="0">
              <a:solidFill>
                <a:schemeClr val="lt1"/>
              </a:solidFill>
            </a:endParaRPr>
          </a:p>
        </p:txBody>
      </p:sp>
      <p:grpSp>
        <p:nvGrpSpPr>
          <p:cNvPr id="248" name="Google Shape;248;p29"/>
          <p:cNvGrpSpPr/>
          <p:nvPr/>
        </p:nvGrpSpPr>
        <p:grpSpPr>
          <a:xfrm>
            <a:off x="7066566" y="1628103"/>
            <a:ext cx="323275" cy="413775"/>
            <a:chOff x="7066563" y="1628100"/>
            <a:chExt cx="323275" cy="413775"/>
          </a:xfrm>
        </p:grpSpPr>
        <p:sp>
          <p:nvSpPr>
            <p:cNvPr id="249" name="Google Shape;249;p29"/>
            <p:cNvSpPr/>
            <p:nvPr/>
          </p:nvSpPr>
          <p:spPr>
            <a:xfrm>
              <a:off x="7202288" y="1647450"/>
              <a:ext cx="13125" cy="13125"/>
            </a:xfrm>
            <a:custGeom>
              <a:avLst/>
              <a:gdLst/>
              <a:ahLst/>
              <a:cxnLst/>
              <a:rect l="l" t="t" r="r" b="b"/>
              <a:pathLst>
                <a:path w="525" h="525" extrusionOk="0">
                  <a:moveTo>
                    <a:pt x="263" y="0"/>
                  </a:moveTo>
                  <a:cubicBezTo>
                    <a:pt x="120" y="0"/>
                    <a:pt x="1" y="119"/>
                    <a:pt x="1" y="262"/>
                  </a:cubicBezTo>
                  <a:cubicBezTo>
                    <a:pt x="1" y="405"/>
                    <a:pt x="120" y="524"/>
                    <a:pt x="263" y="524"/>
                  </a:cubicBezTo>
                  <a:cubicBezTo>
                    <a:pt x="406" y="524"/>
                    <a:pt x="525" y="405"/>
                    <a:pt x="525" y="262"/>
                  </a:cubicBezTo>
                  <a:cubicBezTo>
                    <a:pt x="525" y="119"/>
                    <a:pt x="406" y="0"/>
                    <a:pt x="2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50" name="Google Shape;250;p29"/>
            <p:cNvSpPr/>
            <p:nvPr/>
          </p:nvSpPr>
          <p:spPr>
            <a:xfrm>
              <a:off x="7221638" y="1647450"/>
              <a:ext cx="32475" cy="13125"/>
            </a:xfrm>
            <a:custGeom>
              <a:avLst/>
              <a:gdLst/>
              <a:ahLst/>
              <a:cxnLst/>
              <a:rect l="l" t="t" r="r" b="b"/>
              <a:pathLst>
                <a:path w="1299" h="525" extrusionOk="0">
                  <a:moveTo>
                    <a:pt x="263" y="0"/>
                  </a:moveTo>
                  <a:cubicBezTo>
                    <a:pt x="120" y="0"/>
                    <a:pt x="1" y="119"/>
                    <a:pt x="1" y="262"/>
                  </a:cubicBezTo>
                  <a:cubicBezTo>
                    <a:pt x="1" y="405"/>
                    <a:pt x="120" y="524"/>
                    <a:pt x="263" y="524"/>
                  </a:cubicBezTo>
                  <a:lnTo>
                    <a:pt x="1036" y="524"/>
                  </a:lnTo>
                  <a:cubicBezTo>
                    <a:pt x="1179" y="524"/>
                    <a:pt x="1298" y="405"/>
                    <a:pt x="1298" y="262"/>
                  </a:cubicBezTo>
                  <a:cubicBezTo>
                    <a:pt x="1298" y="119"/>
                    <a:pt x="1179" y="0"/>
                    <a:pt x="103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51" name="Google Shape;251;p29"/>
            <p:cNvSpPr/>
            <p:nvPr/>
          </p:nvSpPr>
          <p:spPr>
            <a:xfrm>
              <a:off x="7066563" y="1628100"/>
              <a:ext cx="323275" cy="413775"/>
            </a:xfrm>
            <a:custGeom>
              <a:avLst/>
              <a:gdLst/>
              <a:ahLst/>
              <a:cxnLst/>
              <a:rect l="l" t="t" r="r" b="b"/>
              <a:pathLst>
                <a:path w="12931" h="16551" extrusionOk="0">
                  <a:moveTo>
                    <a:pt x="9561" y="512"/>
                  </a:moveTo>
                  <a:cubicBezTo>
                    <a:pt x="10133" y="512"/>
                    <a:pt x="10597" y="977"/>
                    <a:pt x="10597" y="1548"/>
                  </a:cubicBezTo>
                  <a:lnTo>
                    <a:pt x="2322" y="1548"/>
                  </a:lnTo>
                  <a:cubicBezTo>
                    <a:pt x="2322" y="977"/>
                    <a:pt x="2787" y="512"/>
                    <a:pt x="3358" y="512"/>
                  </a:cubicBezTo>
                  <a:close/>
                  <a:moveTo>
                    <a:pt x="12407" y="3358"/>
                  </a:moveTo>
                  <a:lnTo>
                    <a:pt x="12407" y="8013"/>
                  </a:lnTo>
                  <a:lnTo>
                    <a:pt x="8787" y="8013"/>
                  </a:lnTo>
                  <a:cubicBezTo>
                    <a:pt x="8740" y="8013"/>
                    <a:pt x="8692" y="8025"/>
                    <a:pt x="8656" y="8049"/>
                  </a:cubicBezTo>
                  <a:lnTo>
                    <a:pt x="7751" y="8597"/>
                  </a:lnTo>
                  <a:lnTo>
                    <a:pt x="7751" y="3358"/>
                  </a:lnTo>
                  <a:close/>
                  <a:moveTo>
                    <a:pt x="5168" y="5954"/>
                  </a:moveTo>
                  <a:lnTo>
                    <a:pt x="5168" y="11180"/>
                  </a:lnTo>
                  <a:lnTo>
                    <a:pt x="4263" y="10645"/>
                  </a:lnTo>
                  <a:cubicBezTo>
                    <a:pt x="4227" y="10621"/>
                    <a:pt x="4180" y="10609"/>
                    <a:pt x="4132" y="10609"/>
                  </a:cubicBezTo>
                  <a:lnTo>
                    <a:pt x="512" y="10609"/>
                  </a:lnTo>
                  <a:lnTo>
                    <a:pt x="512" y="5954"/>
                  </a:lnTo>
                  <a:close/>
                  <a:moveTo>
                    <a:pt x="10597" y="2072"/>
                  </a:moveTo>
                  <a:lnTo>
                    <a:pt x="10597" y="2846"/>
                  </a:lnTo>
                  <a:lnTo>
                    <a:pt x="7501" y="2846"/>
                  </a:lnTo>
                  <a:cubicBezTo>
                    <a:pt x="7359" y="2846"/>
                    <a:pt x="7239" y="2965"/>
                    <a:pt x="7239" y="3108"/>
                  </a:cubicBezTo>
                  <a:lnTo>
                    <a:pt x="7239" y="9049"/>
                  </a:lnTo>
                  <a:cubicBezTo>
                    <a:pt x="7239" y="9144"/>
                    <a:pt x="7287" y="9228"/>
                    <a:pt x="7370" y="9275"/>
                  </a:cubicBezTo>
                  <a:cubicBezTo>
                    <a:pt x="7406" y="9299"/>
                    <a:pt x="7454" y="9311"/>
                    <a:pt x="7501" y="9311"/>
                  </a:cubicBezTo>
                  <a:cubicBezTo>
                    <a:pt x="7537" y="9311"/>
                    <a:pt x="7585" y="9299"/>
                    <a:pt x="7632" y="9275"/>
                  </a:cubicBezTo>
                  <a:lnTo>
                    <a:pt x="8859" y="8537"/>
                  </a:lnTo>
                  <a:lnTo>
                    <a:pt x="10597" y="8537"/>
                  </a:lnTo>
                  <a:lnTo>
                    <a:pt x="10597" y="12931"/>
                  </a:lnTo>
                  <a:lnTo>
                    <a:pt x="2322" y="12931"/>
                  </a:lnTo>
                  <a:lnTo>
                    <a:pt x="2322" y="11121"/>
                  </a:lnTo>
                  <a:lnTo>
                    <a:pt x="4061" y="11121"/>
                  </a:lnTo>
                  <a:lnTo>
                    <a:pt x="5299" y="11859"/>
                  </a:lnTo>
                  <a:cubicBezTo>
                    <a:pt x="5334" y="11883"/>
                    <a:pt x="5382" y="11895"/>
                    <a:pt x="5430" y="11895"/>
                  </a:cubicBezTo>
                  <a:cubicBezTo>
                    <a:pt x="5477" y="11895"/>
                    <a:pt x="5513" y="11883"/>
                    <a:pt x="5561" y="11859"/>
                  </a:cubicBezTo>
                  <a:cubicBezTo>
                    <a:pt x="5632" y="11811"/>
                    <a:pt x="5692" y="11728"/>
                    <a:pt x="5692" y="11633"/>
                  </a:cubicBezTo>
                  <a:lnTo>
                    <a:pt x="5692" y="5692"/>
                  </a:lnTo>
                  <a:cubicBezTo>
                    <a:pt x="5692" y="5549"/>
                    <a:pt x="5573" y="5430"/>
                    <a:pt x="5430" y="5430"/>
                  </a:cubicBezTo>
                  <a:lnTo>
                    <a:pt x="2322" y="5430"/>
                  </a:lnTo>
                  <a:lnTo>
                    <a:pt x="2322" y="2072"/>
                  </a:lnTo>
                  <a:close/>
                  <a:moveTo>
                    <a:pt x="10597" y="13443"/>
                  </a:moveTo>
                  <a:lnTo>
                    <a:pt x="10597" y="13705"/>
                  </a:lnTo>
                  <a:cubicBezTo>
                    <a:pt x="10597" y="14419"/>
                    <a:pt x="10014" y="15002"/>
                    <a:pt x="9311" y="15002"/>
                  </a:cubicBezTo>
                  <a:lnTo>
                    <a:pt x="3620" y="15002"/>
                  </a:lnTo>
                  <a:cubicBezTo>
                    <a:pt x="2906" y="15002"/>
                    <a:pt x="2322" y="14419"/>
                    <a:pt x="2322" y="13705"/>
                  </a:cubicBezTo>
                  <a:lnTo>
                    <a:pt x="2322" y="13443"/>
                  </a:lnTo>
                  <a:close/>
                  <a:moveTo>
                    <a:pt x="2346" y="14990"/>
                  </a:moveTo>
                  <a:cubicBezTo>
                    <a:pt x="2679" y="15312"/>
                    <a:pt x="3120" y="15514"/>
                    <a:pt x="3620" y="15514"/>
                  </a:cubicBezTo>
                  <a:lnTo>
                    <a:pt x="9311" y="15514"/>
                  </a:lnTo>
                  <a:cubicBezTo>
                    <a:pt x="9799" y="15514"/>
                    <a:pt x="10252" y="15312"/>
                    <a:pt x="10573" y="14990"/>
                  </a:cubicBezTo>
                  <a:lnTo>
                    <a:pt x="10573" y="14990"/>
                  </a:lnTo>
                  <a:cubicBezTo>
                    <a:pt x="10454" y="15586"/>
                    <a:pt x="9930" y="16038"/>
                    <a:pt x="9311" y="16038"/>
                  </a:cubicBezTo>
                  <a:lnTo>
                    <a:pt x="3620" y="16038"/>
                  </a:lnTo>
                  <a:cubicBezTo>
                    <a:pt x="2989" y="16038"/>
                    <a:pt x="2465" y="15586"/>
                    <a:pt x="2346" y="14990"/>
                  </a:cubicBezTo>
                  <a:close/>
                  <a:moveTo>
                    <a:pt x="3358" y="0"/>
                  </a:moveTo>
                  <a:cubicBezTo>
                    <a:pt x="2501" y="0"/>
                    <a:pt x="1810" y="703"/>
                    <a:pt x="1810" y="1548"/>
                  </a:cubicBezTo>
                  <a:lnTo>
                    <a:pt x="1810" y="5430"/>
                  </a:lnTo>
                  <a:lnTo>
                    <a:pt x="262" y="5430"/>
                  </a:lnTo>
                  <a:cubicBezTo>
                    <a:pt x="120" y="5430"/>
                    <a:pt x="0" y="5549"/>
                    <a:pt x="0" y="5692"/>
                  </a:cubicBezTo>
                  <a:lnTo>
                    <a:pt x="0" y="10859"/>
                  </a:lnTo>
                  <a:cubicBezTo>
                    <a:pt x="0" y="11002"/>
                    <a:pt x="120" y="11121"/>
                    <a:pt x="262" y="11121"/>
                  </a:cubicBezTo>
                  <a:lnTo>
                    <a:pt x="1810" y="11121"/>
                  </a:lnTo>
                  <a:lnTo>
                    <a:pt x="1810" y="14740"/>
                  </a:lnTo>
                  <a:cubicBezTo>
                    <a:pt x="1810" y="15741"/>
                    <a:pt x="2620" y="16550"/>
                    <a:pt x="3620" y="16550"/>
                  </a:cubicBezTo>
                  <a:lnTo>
                    <a:pt x="9311" y="16550"/>
                  </a:lnTo>
                  <a:cubicBezTo>
                    <a:pt x="10299" y="16550"/>
                    <a:pt x="11121" y="15741"/>
                    <a:pt x="11121" y="14740"/>
                  </a:cubicBezTo>
                  <a:lnTo>
                    <a:pt x="11121" y="8537"/>
                  </a:lnTo>
                  <a:lnTo>
                    <a:pt x="12669" y="8537"/>
                  </a:lnTo>
                  <a:cubicBezTo>
                    <a:pt x="12812" y="8537"/>
                    <a:pt x="12931" y="8418"/>
                    <a:pt x="12931" y="8275"/>
                  </a:cubicBezTo>
                  <a:lnTo>
                    <a:pt x="12931" y="3108"/>
                  </a:lnTo>
                  <a:cubicBezTo>
                    <a:pt x="12931" y="2965"/>
                    <a:pt x="12812" y="2846"/>
                    <a:pt x="12669" y="2846"/>
                  </a:cubicBezTo>
                  <a:lnTo>
                    <a:pt x="11121" y="2846"/>
                  </a:lnTo>
                  <a:lnTo>
                    <a:pt x="11121" y="1548"/>
                  </a:lnTo>
                  <a:cubicBezTo>
                    <a:pt x="11121" y="703"/>
                    <a:pt x="10418" y="0"/>
                    <a:pt x="957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52" name="Google Shape;252;p29"/>
            <p:cNvSpPr/>
            <p:nvPr/>
          </p:nvSpPr>
          <p:spPr>
            <a:xfrm>
              <a:off x="7208838" y="1964150"/>
              <a:ext cx="38725" cy="39025"/>
            </a:xfrm>
            <a:custGeom>
              <a:avLst/>
              <a:gdLst/>
              <a:ahLst/>
              <a:cxnLst/>
              <a:rect l="l" t="t" r="r" b="b"/>
              <a:pathLst>
                <a:path w="1549" h="1561" extrusionOk="0">
                  <a:moveTo>
                    <a:pt x="775" y="524"/>
                  </a:moveTo>
                  <a:cubicBezTo>
                    <a:pt x="917" y="524"/>
                    <a:pt x="1025" y="644"/>
                    <a:pt x="1025" y="786"/>
                  </a:cubicBezTo>
                  <a:cubicBezTo>
                    <a:pt x="1025" y="929"/>
                    <a:pt x="917" y="1036"/>
                    <a:pt x="775" y="1036"/>
                  </a:cubicBezTo>
                  <a:cubicBezTo>
                    <a:pt x="632" y="1036"/>
                    <a:pt x="513" y="929"/>
                    <a:pt x="513" y="786"/>
                  </a:cubicBezTo>
                  <a:cubicBezTo>
                    <a:pt x="513" y="644"/>
                    <a:pt x="632" y="524"/>
                    <a:pt x="775" y="524"/>
                  </a:cubicBezTo>
                  <a:close/>
                  <a:moveTo>
                    <a:pt x="775" y="1"/>
                  </a:moveTo>
                  <a:cubicBezTo>
                    <a:pt x="346" y="1"/>
                    <a:pt x="1" y="358"/>
                    <a:pt x="1" y="786"/>
                  </a:cubicBezTo>
                  <a:cubicBezTo>
                    <a:pt x="1" y="1203"/>
                    <a:pt x="346" y="1560"/>
                    <a:pt x="775" y="1560"/>
                  </a:cubicBezTo>
                  <a:cubicBezTo>
                    <a:pt x="1203" y="1560"/>
                    <a:pt x="1548" y="1203"/>
                    <a:pt x="1548" y="786"/>
                  </a:cubicBezTo>
                  <a:cubicBezTo>
                    <a:pt x="1548" y="358"/>
                    <a:pt x="1203" y="1"/>
                    <a:pt x="7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53" name="Google Shape;253;p29"/>
            <p:cNvSpPr/>
            <p:nvPr/>
          </p:nvSpPr>
          <p:spPr>
            <a:xfrm>
              <a:off x="7279688" y="1737925"/>
              <a:ext cx="77700" cy="13125"/>
            </a:xfrm>
            <a:custGeom>
              <a:avLst/>
              <a:gdLst/>
              <a:ahLst/>
              <a:cxnLst/>
              <a:rect l="l" t="t" r="r" b="b"/>
              <a:pathLst>
                <a:path w="3108" h="525" extrusionOk="0">
                  <a:moveTo>
                    <a:pt x="262" y="1"/>
                  </a:moveTo>
                  <a:cubicBezTo>
                    <a:pt x="119" y="1"/>
                    <a:pt x="0" y="120"/>
                    <a:pt x="0" y="263"/>
                  </a:cubicBezTo>
                  <a:cubicBezTo>
                    <a:pt x="0" y="406"/>
                    <a:pt x="119" y="525"/>
                    <a:pt x="262" y="525"/>
                  </a:cubicBezTo>
                  <a:lnTo>
                    <a:pt x="2846" y="525"/>
                  </a:lnTo>
                  <a:cubicBezTo>
                    <a:pt x="2989" y="525"/>
                    <a:pt x="3108" y="406"/>
                    <a:pt x="3108" y="263"/>
                  </a:cubicBezTo>
                  <a:cubicBezTo>
                    <a:pt x="3108" y="120"/>
                    <a:pt x="2989" y="1"/>
                    <a:pt x="284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54" name="Google Shape;254;p29"/>
            <p:cNvSpPr/>
            <p:nvPr/>
          </p:nvSpPr>
          <p:spPr>
            <a:xfrm>
              <a:off x="7279688" y="1763825"/>
              <a:ext cx="77700" cy="13125"/>
            </a:xfrm>
            <a:custGeom>
              <a:avLst/>
              <a:gdLst/>
              <a:ahLst/>
              <a:cxnLst/>
              <a:rect l="l" t="t" r="r" b="b"/>
              <a:pathLst>
                <a:path w="3108" h="525" extrusionOk="0">
                  <a:moveTo>
                    <a:pt x="262" y="1"/>
                  </a:moveTo>
                  <a:cubicBezTo>
                    <a:pt x="119" y="1"/>
                    <a:pt x="0" y="120"/>
                    <a:pt x="0" y="263"/>
                  </a:cubicBezTo>
                  <a:cubicBezTo>
                    <a:pt x="0" y="406"/>
                    <a:pt x="119" y="525"/>
                    <a:pt x="262" y="525"/>
                  </a:cubicBezTo>
                  <a:lnTo>
                    <a:pt x="2846" y="525"/>
                  </a:lnTo>
                  <a:cubicBezTo>
                    <a:pt x="2989" y="525"/>
                    <a:pt x="3108" y="406"/>
                    <a:pt x="3108" y="263"/>
                  </a:cubicBezTo>
                  <a:cubicBezTo>
                    <a:pt x="3108" y="120"/>
                    <a:pt x="2989" y="1"/>
                    <a:pt x="284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55" name="Google Shape;255;p29"/>
            <p:cNvSpPr/>
            <p:nvPr/>
          </p:nvSpPr>
          <p:spPr>
            <a:xfrm>
              <a:off x="7279688" y="1789725"/>
              <a:ext cx="45275" cy="12825"/>
            </a:xfrm>
            <a:custGeom>
              <a:avLst/>
              <a:gdLst/>
              <a:ahLst/>
              <a:cxnLst/>
              <a:rect l="l" t="t" r="r" b="b"/>
              <a:pathLst>
                <a:path w="1811" h="513" extrusionOk="0">
                  <a:moveTo>
                    <a:pt x="262" y="1"/>
                  </a:moveTo>
                  <a:cubicBezTo>
                    <a:pt x="119" y="1"/>
                    <a:pt x="0" y="120"/>
                    <a:pt x="0" y="262"/>
                  </a:cubicBezTo>
                  <a:cubicBezTo>
                    <a:pt x="0" y="405"/>
                    <a:pt x="119" y="513"/>
                    <a:pt x="262" y="513"/>
                  </a:cubicBezTo>
                  <a:lnTo>
                    <a:pt x="1560" y="513"/>
                  </a:lnTo>
                  <a:cubicBezTo>
                    <a:pt x="1703" y="513"/>
                    <a:pt x="1810" y="405"/>
                    <a:pt x="1810" y="262"/>
                  </a:cubicBezTo>
                  <a:cubicBezTo>
                    <a:pt x="1810" y="120"/>
                    <a:pt x="1703" y="1"/>
                    <a:pt x="156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56" name="Google Shape;256;p29"/>
            <p:cNvSpPr/>
            <p:nvPr/>
          </p:nvSpPr>
          <p:spPr>
            <a:xfrm>
              <a:off x="7092463" y="1789725"/>
              <a:ext cx="90500" cy="90525"/>
            </a:xfrm>
            <a:custGeom>
              <a:avLst/>
              <a:gdLst/>
              <a:ahLst/>
              <a:cxnLst/>
              <a:rect l="l" t="t" r="r" b="b"/>
              <a:pathLst>
                <a:path w="3620" h="3621" extrusionOk="0">
                  <a:moveTo>
                    <a:pt x="1810" y="513"/>
                  </a:moveTo>
                  <a:cubicBezTo>
                    <a:pt x="2513" y="513"/>
                    <a:pt x="3096" y="1096"/>
                    <a:pt x="3096" y="1810"/>
                  </a:cubicBezTo>
                  <a:cubicBezTo>
                    <a:pt x="3096" y="2525"/>
                    <a:pt x="2513" y="3096"/>
                    <a:pt x="1810" y="3096"/>
                  </a:cubicBezTo>
                  <a:cubicBezTo>
                    <a:pt x="1096" y="3096"/>
                    <a:pt x="512" y="2525"/>
                    <a:pt x="512" y="1810"/>
                  </a:cubicBezTo>
                  <a:cubicBezTo>
                    <a:pt x="512" y="1096"/>
                    <a:pt x="1096" y="513"/>
                    <a:pt x="1810" y="513"/>
                  </a:cubicBezTo>
                  <a:close/>
                  <a:moveTo>
                    <a:pt x="1810" y="1"/>
                  </a:moveTo>
                  <a:cubicBezTo>
                    <a:pt x="810" y="1"/>
                    <a:pt x="0" y="810"/>
                    <a:pt x="0" y="1810"/>
                  </a:cubicBezTo>
                  <a:cubicBezTo>
                    <a:pt x="0" y="2810"/>
                    <a:pt x="810" y="3620"/>
                    <a:pt x="1810" y="3620"/>
                  </a:cubicBezTo>
                  <a:cubicBezTo>
                    <a:pt x="2798" y="3620"/>
                    <a:pt x="3620" y="2810"/>
                    <a:pt x="3620" y="1810"/>
                  </a:cubicBezTo>
                  <a:cubicBezTo>
                    <a:pt x="3620" y="810"/>
                    <a:pt x="2798" y="1"/>
                    <a:pt x="181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57" name="Google Shape;257;p29"/>
            <p:cNvSpPr/>
            <p:nvPr/>
          </p:nvSpPr>
          <p:spPr>
            <a:xfrm>
              <a:off x="7118063" y="1815325"/>
              <a:ext cx="39000" cy="39025"/>
            </a:xfrm>
            <a:custGeom>
              <a:avLst/>
              <a:gdLst/>
              <a:ahLst/>
              <a:cxnLst/>
              <a:rect l="l" t="t" r="r" b="b"/>
              <a:pathLst>
                <a:path w="1560" h="1561" extrusionOk="0">
                  <a:moveTo>
                    <a:pt x="774" y="0"/>
                  </a:moveTo>
                  <a:cubicBezTo>
                    <a:pt x="631" y="0"/>
                    <a:pt x="524" y="120"/>
                    <a:pt x="524" y="262"/>
                  </a:cubicBezTo>
                  <a:lnTo>
                    <a:pt x="524" y="524"/>
                  </a:lnTo>
                  <a:lnTo>
                    <a:pt x="262" y="524"/>
                  </a:lnTo>
                  <a:cubicBezTo>
                    <a:pt x="119" y="524"/>
                    <a:pt x="0" y="643"/>
                    <a:pt x="0" y="786"/>
                  </a:cubicBezTo>
                  <a:cubicBezTo>
                    <a:pt x="0" y="929"/>
                    <a:pt x="119" y="1036"/>
                    <a:pt x="262" y="1036"/>
                  </a:cubicBezTo>
                  <a:lnTo>
                    <a:pt x="524" y="1036"/>
                  </a:lnTo>
                  <a:lnTo>
                    <a:pt x="524" y="1298"/>
                  </a:lnTo>
                  <a:cubicBezTo>
                    <a:pt x="524" y="1441"/>
                    <a:pt x="631" y="1560"/>
                    <a:pt x="774" y="1560"/>
                  </a:cubicBezTo>
                  <a:cubicBezTo>
                    <a:pt x="917" y="1560"/>
                    <a:pt x="1036" y="1441"/>
                    <a:pt x="1036" y="1298"/>
                  </a:cubicBezTo>
                  <a:lnTo>
                    <a:pt x="1036" y="1036"/>
                  </a:lnTo>
                  <a:lnTo>
                    <a:pt x="1298" y="1036"/>
                  </a:lnTo>
                  <a:cubicBezTo>
                    <a:pt x="1441" y="1036"/>
                    <a:pt x="1560" y="929"/>
                    <a:pt x="1560" y="786"/>
                  </a:cubicBezTo>
                  <a:cubicBezTo>
                    <a:pt x="1560" y="643"/>
                    <a:pt x="1441" y="524"/>
                    <a:pt x="1298" y="524"/>
                  </a:cubicBezTo>
                  <a:lnTo>
                    <a:pt x="1036" y="524"/>
                  </a:lnTo>
                  <a:lnTo>
                    <a:pt x="1036" y="262"/>
                  </a:lnTo>
                  <a:cubicBezTo>
                    <a:pt x="1036" y="120"/>
                    <a:pt x="917" y="0"/>
                    <a:pt x="7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</p:grpSp>
      <p:grpSp>
        <p:nvGrpSpPr>
          <p:cNvPr id="258" name="Google Shape;258;p29"/>
          <p:cNvGrpSpPr/>
          <p:nvPr/>
        </p:nvGrpSpPr>
        <p:grpSpPr>
          <a:xfrm>
            <a:off x="4468551" y="1628091"/>
            <a:ext cx="206900" cy="413775"/>
            <a:chOff x="4468550" y="1628088"/>
            <a:chExt cx="206900" cy="413775"/>
          </a:xfrm>
        </p:grpSpPr>
        <p:sp>
          <p:nvSpPr>
            <p:cNvPr id="259" name="Google Shape;259;p29"/>
            <p:cNvSpPr/>
            <p:nvPr/>
          </p:nvSpPr>
          <p:spPr>
            <a:xfrm>
              <a:off x="4468550" y="1628088"/>
              <a:ext cx="206900" cy="413775"/>
            </a:xfrm>
            <a:custGeom>
              <a:avLst/>
              <a:gdLst/>
              <a:ahLst/>
              <a:cxnLst/>
              <a:rect l="l" t="t" r="r" b="b"/>
              <a:pathLst>
                <a:path w="8276" h="16551" extrusionOk="0">
                  <a:moveTo>
                    <a:pt x="4144" y="513"/>
                  </a:moveTo>
                  <a:cubicBezTo>
                    <a:pt x="6132" y="513"/>
                    <a:pt x="7763" y="2144"/>
                    <a:pt x="7763" y="4132"/>
                  </a:cubicBezTo>
                  <a:lnTo>
                    <a:pt x="7763" y="8788"/>
                  </a:lnTo>
                  <a:cubicBezTo>
                    <a:pt x="7763" y="10788"/>
                    <a:pt x="6132" y="12407"/>
                    <a:pt x="4144" y="12407"/>
                  </a:cubicBezTo>
                  <a:cubicBezTo>
                    <a:pt x="2144" y="12407"/>
                    <a:pt x="524" y="10788"/>
                    <a:pt x="524" y="8788"/>
                  </a:cubicBezTo>
                  <a:lnTo>
                    <a:pt x="524" y="4144"/>
                  </a:lnTo>
                  <a:cubicBezTo>
                    <a:pt x="524" y="2144"/>
                    <a:pt x="2144" y="513"/>
                    <a:pt x="4144" y="513"/>
                  </a:cubicBezTo>
                  <a:close/>
                  <a:moveTo>
                    <a:pt x="798" y="11228"/>
                  </a:moveTo>
                  <a:lnTo>
                    <a:pt x="798" y="11228"/>
                  </a:lnTo>
                  <a:cubicBezTo>
                    <a:pt x="1560" y="12252"/>
                    <a:pt x="2775" y="12931"/>
                    <a:pt x="4144" y="12931"/>
                  </a:cubicBezTo>
                  <a:cubicBezTo>
                    <a:pt x="5513" y="12931"/>
                    <a:pt x="6728" y="12252"/>
                    <a:pt x="7478" y="11228"/>
                  </a:cubicBezTo>
                  <a:lnTo>
                    <a:pt x="7478" y="11228"/>
                  </a:lnTo>
                  <a:cubicBezTo>
                    <a:pt x="6930" y="12526"/>
                    <a:pt x="5644" y="13443"/>
                    <a:pt x="4144" y="13443"/>
                  </a:cubicBezTo>
                  <a:cubicBezTo>
                    <a:pt x="2644" y="13443"/>
                    <a:pt x="1346" y="12526"/>
                    <a:pt x="798" y="11228"/>
                  </a:cubicBezTo>
                  <a:close/>
                  <a:moveTo>
                    <a:pt x="4394" y="13955"/>
                  </a:moveTo>
                  <a:lnTo>
                    <a:pt x="4394" y="15515"/>
                  </a:lnTo>
                  <a:lnTo>
                    <a:pt x="3882" y="15515"/>
                  </a:lnTo>
                  <a:lnTo>
                    <a:pt x="3882" y="13955"/>
                  </a:lnTo>
                  <a:cubicBezTo>
                    <a:pt x="3965" y="13955"/>
                    <a:pt x="4049" y="13967"/>
                    <a:pt x="4144" y="13967"/>
                  </a:cubicBezTo>
                  <a:cubicBezTo>
                    <a:pt x="4227" y="13967"/>
                    <a:pt x="4311" y="13955"/>
                    <a:pt x="4394" y="13955"/>
                  </a:cubicBezTo>
                  <a:close/>
                  <a:moveTo>
                    <a:pt x="4144" y="1"/>
                  </a:moveTo>
                  <a:cubicBezTo>
                    <a:pt x="1858" y="1"/>
                    <a:pt x="1" y="1858"/>
                    <a:pt x="1" y="4144"/>
                  </a:cubicBezTo>
                  <a:lnTo>
                    <a:pt x="1" y="8788"/>
                  </a:lnTo>
                  <a:lnTo>
                    <a:pt x="1" y="9823"/>
                  </a:lnTo>
                  <a:cubicBezTo>
                    <a:pt x="1" y="11847"/>
                    <a:pt x="1453" y="13526"/>
                    <a:pt x="3370" y="13883"/>
                  </a:cubicBezTo>
                  <a:lnTo>
                    <a:pt x="3370" y="15777"/>
                  </a:lnTo>
                  <a:cubicBezTo>
                    <a:pt x="3370" y="15919"/>
                    <a:pt x="3477" y="16038"/>
                    <a:pt x="3620" y="16038"/>
                  </a:cubicBezTo>
                  <a:lnTo>
                    <a:pt x="3882" y="16038"/>
                  </a:lnTo>
                  <a:lnTo>
                    <a:pt x="3882" y="16289"/>
                  </a:lnTo>
                  <a:cubicBezTo>
                    <a:pt x="3882" y="16431"/>
                    <a:pt x="4001" y="16550"/>
                    <a:pt x="4144" y="16550"/>
                  </a:cubicBezTo>
                  <a:cubicBezTo>
                    <a:pt x="4287" y="16550"/>
                    <a:pt x="4406" y="16431"/>
                    <a:pt x="4406" y="16289"/>
                  </a:cubicBezTo>
                  <a:lnTo>
                    <a:pt x="4406" y="16038"/>
                  </a:lnTo>
                  <a:lnTo>
                    <a:pt x="4656" y="16038"/>
                  </a:lnTo>
                  <a:cubicBezTo>
                    <a:pt x="4799" y="16038"/>
                    <a:pt x="4918" y="15919"/>
                    <a:pt x="4918" y="15777"/>
                  </a:cubicBezTo>
                  <a:lnTo>
                    <a:pt x="4918" y="13883"/>
                  </a:lnTo>
                  <a:cubicBezTo>
                    <a:pt x="6835" y="13526"/>
                    <a:pt x="8275" y="11847"/>
                    <a:pt x="8275" y="9823"/>
                  </a:cubicBezTo>
                  <a:lnTo>
                    <a:pt x="8275" y="8788"/>
                  </a:lnTo>
                  <a:lnTo>
                    <a:pt x="8275" y="4144"/>
                  </a:lnTo>
                  <a:cubicBezTo>
                    <a:pt x="8275" y="1858"/>
                    <a:pt x="6430" y="1"/>
                    <a:pt x="41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60" name="Google Shape;260;p29"/>
            <p:cNvSpPr/>
            <p:nvPr/>
          </p:nvSpPr>
          <p:spPr>
            <a:xfrm>
              <a:off x="4494450" y="1712038"/>
              <a:ext cx="155100" cy="129500"/>
            </a:xfrm>
            <a:custGeom>
              <a:avLst/>
              <a:gdLst/>
              <a:ahLst/>
              <a:cxnLst/>
              <a:rect l="l" t="t" r="r" b="b"/>
              <a:pathLst>
                <a:path w="6204" h="5180" extrusionOk="0">
                  <a:moveTo>
                    <a:pt x="5692" y="524"/>
                  </a:moveTo>
                  <a:lnTo>
                    <a:pt x="5692" y="4656"/>
                  </a:lnTo>
                  <a:lnTo>
                    <a:pt x="512" y="4656"/>
                  </a:lnTo>
                  <a:lnTo>
                    <a:pt x="512" y="524"/>
                  </a:lnTo>
                  <a:close/>
                  <a:moveTo>
                    <a:pt x="262" y="0"/>
                  </a:moveTo>
                  <a:cubicBezTo>
                    <a:pt x="119" y="0"/>
                    <a:pt x="0" y="119"/>
                    <a:pt x="0" y="262"/>
                  </a:cubicBezTo>
                  <a:lnTo>
                    <a:pt x="0" y="4918"/>
                  </a:lnTo>
                  <a:cubicBezTo>
                    <a:pt x="0" y="5060"/>
                    <a:pt x="119" y="5180"/>
                    <a:pt x="262" y="5180"/>
                  </a:cubicBezTo>
                  <a:lnTo>
                    <a:pt x="5954" y="5180"/>
                  </a:lnTo>
                  <a:cubicBezTo>
                    <a:pt x="6096" y="5180"/>
                    <a:pt x="6204" y="5060"/>
                    <a:pt x="6204" y="4918"/>
                  </a:cubicBezTo>
                  <a:lnTo>
                    <a:pt x="6204" y="262"/>
                  </a:lnTo>
                  <a:cubicBezTo>
                    <a:pt x="6204" y="119"/>
                    <a:pt x="6096" y="0"/>
                    <a:pt x="59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61" name="Google Shape;261;p29"/>
            <p:cNvSpPr/>
            <p:nvPr/>
          </p:nvSpPr>
          <p:spPr>
            <a:xfrm>
              <a:off x="4513800" y="1731388"/>
              <a:ext cx="25925" cy="13125"/>
            </a:xfrm>
            <a:custGeom>
              <a:avLst/>
              <a:gdLst/>
              <a:ahLst/>
              <a:cxnLst/>
              <a:rect l="l" t="t" r="r" b="b"/>
              <a:pathLst>
                <a:path w="1037" h="525" extrusionOk="0">
                  <a:moveTo>
                    <a:pt x="262" y="0"/>
                  </a:moveTo>
                  <a:cubicBezTo>
                    <a:pt x="119" y="0"/>
                    <a:pt x="0" y="119"/>
                    <a:pt x="0" y="262"/>
                  </a:cubicBezTo>
                  <a:cubicBezTo>
                    <a:pt x="0" y="405"/>
                    <a:pt x="119" y="524"/>
                    <a:pt x="262" y="524"/>
                  </a:cubicBezTo>
                  <a:lnTo>
                    <a:pt x="774" y="524"/>
                  </a:lnTo>
                  <a:cubicBezTo>
                    <a:pt x="917" y="524"/>
                    <a:pt x="1036" y="405"/>
                    <a:pt x="1036" y="262"/>
                  </a:cubicBezTo>
                  <a:cubicBezTo>
                    <a:pt x="1036" y="119"/>
                    <a:pt x="917" y="0"/>
                    <a:pt x="7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62" name="Google Shape;262;p29"/>
            <p:cNvSpPr/>
            <p:nvPr/>
          </p:nvSpPr>
          <p:spPr>
            <a:xfrm>
              <a:off x="4513800" y="1809063"/>
              <a:ext cx="25925" cy="13125"/>
            </a:xfrm>
            <a:custGeom>
              <a:avLst/>
              <a:gdLst/>
              <a:ahLst/>
              <a:cxnLst/>
              <a:rect l="l" t="t" r="r" b="b"/>
              <a:pathLst>
                <a:path w="1037" h="525" extrusionOk="0">
                  <a:moveTo>
                    <a:pt x="262" y="1"/>
                  </a:moveTo>
                  <a:cubicBezTo>
                    <a:pt x="119" y="1"/>
                    <a:pt x="0" y="120"/>
                    <a:pt x="0" y="263"/>
                  </a:cubicBezTo>
                  <a:cubicBezTo>
                    <a:pt x="0" y="406"/>
                    <a:pt x="119" y="525"/>
                    <a:pt x="262" y="525"/>
                  </a:cubicBezTo>
                  <a:lnTo>
                    <a:pt x="774" y="525"/>
                  </a:lnTo>
                  <a:cubicBezTo>
                    <a:pt x="917" y="525"/>
                    <a:pt x="1036" y="406"/>
                    <a:pt x="1036" y="263"/>
                  </a:cubicBezTo>
                  <a:cubicBezTo>
                    <a:pt x="1036" y="120"/>
                    <a:pt x="917" y="1"/>
                    <a:pt x="7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63" name="Google Shape;263;p29"/>
            <p:cNvSpPr/>
            <p:nvPr/>
          </p:nvSpPr>
          <p:spPr>
            <a:xfrm>
              <a:off x="4604575" y="1731688"/>
              <a:ext cx="25625" cy="12825"/>
            </a:xfrm>
            <a:custGeom>
              <a:avLst/>
              <a:gdLst/>
              <a:ahLst/>
              <a:cxnLst/>
              <a:rect l="l" t="t" r="r" b="b"/>
              <a:pathLst>
                <a:path w="1025" h="513" extrusionOk="0">
                  <a:moveTo>
                    <a:pt x="251" y="0"/>
                  </a:moveTo>
                  <a:cubicBezTo>
                    <a:pt x="108" y="0"/>
                    <a:pt x="1" y="107"/>
                    <a:pt x="1" y="250"/>
                  </a:cubicBezTo>
                  <a:cubicBezTo>
                    <a:pt x="1" y="393"/>
                    <a:pt x="108" y="512"/>
                    <a:pt x="251" y="512"/>
                  </a:cubicBezTo>
                  <a:lnTo>
                    <a:pt x="775" y="512"/>
                  </a:lnTo>
                  <a:cubicBezTo>
                    <a:pt x="918" y="512"/>
                    <a:pt x="1025" y="393"/>
                    <a:pt x="1025" y="250"/>
                  </a:cubicBezTo>
                  <a:cubicBezTo>
                    <a:pt x="1025" y="107"/>
                    <a:pt x="918" y="0"/>
                    <a:pt x="77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64" name="Google Shape;264;p29"/>
            <p:cNvSpPr/>
            <p:nvPr/>
          </p:nvSpPr>
          <p:spPr>
            <a:xfrm>
              <a:off x="4604575" y="1809063"/>
              <a:ext cx="25625" cy="13125"/>
            </a:xfrm>
            <a:custGeom>
              <a:avLst/>
              <a:gdLst/>
              <a:ahLst/>
              <a:cxnLst/>
              <a:rect l="l" t="t" r="r" b="b"/>
              <a:pathLst>
                <a:path w="1025" h="525" extrusionOk="0">
                  <a:moveTo>
                    <a:pt x="251" y="1"/>
                  </a:moveTo>
                  <a:cubicBezTo>
                    <a:pt x="108" y="1"/>
                    <a:pt x="1" y="120"/>
                    <a:pt x="1" y="263"/>
                  </a:cubicBezTo>
                  <a:cubicBezTo>
                    <a:pt x="1" y="406"/>
                    <a:pt x="108" y="525"/>
                    <a:pt x="251" y="525"/>
                  </a:cubicBezTo>
                  <a:lnTo>
                    <a:pt x="775" y="525"/>
                  </a:lnTo>
                  <a:cubicBezTo>
                    <a:pt x="918" y="525"/>
                    <a:pt x="1025" y="406"/>
                    <a:pt x="1025" y="263"/>
                  </a:cubicBezTo>
                  <a:cubicBezTo>
                    <a:pt x="1025" y="120"/>
                    <a:pt x="918" y="1"/>
                    <a:pt x="7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65" name="Google Shape;265;p29"/>
            <p:cNvSpPr/>
            <p:nvPr/>
          </p:nvSpPr>
          <p:spPr>
            <a:xfrm>
              <a:off x="4526600" y="1751038"/>
              <a:ext cx="32475" cy="51500"/>
            </a:xfrm>
            <a:custGeom>
              <a:avLst/>
              <a:gdLst/>
              <a:ahLst/>
              <a:cxnLst/>
              <a:rect l="l" t="t" r="r" b="b"/>
              <a:pathLst>
                <a:path w="1299" h="2060" extrusionOk="0">
                  <a:moveTo>
                    <a:pt x="262" y="0"/>
                  </a:moveTo>
                  <a:cubicBezTo>
                    <a:pt x="119" y="0"/>
                    <a:pt x="0" y="107"/>
                    <a:pt x="0" y="250"/>
                  </a:cubicBezTo>
                  <a:lnTo>
                    <a:pt x="0" y="1024"/>
                  </a:lnTo>
                  <a:cubicBezTo>
                    <a:pt x="0" y="1167"/>
                    <a:pt x="119" y="1286"/>
                    <a:pt x="262" y="1286"/>
                  </a:cubicBezTo>
                  <a:lnTo>
                    <a:pt x="786" y="1286"/>
                  </a:lnTo>
                  <a:lnTo>
                    <a:pt x="786" y="1810"/>
                  </a:lnTo>
                  <a:cubicBezTo>
                    <a:pt x="786" y="1953"/>
                    <a:pt x="893" y="2060"/>
                    <a:pt x="1036" y="2060"/>
                  </a:cubicBezTo>
                  <a:cubicBezTo>
                    <a:pt x="1179" y="2060"/>
                    <a:pt x="1298" y="1953"/>
                    <a:pt x="1298" y="1810"/>
                  </a:cubicBezTo>
                  <a:lnTo>
                    <a:pt x="1298" y="250"/>
                  </a:lnTo>
                  <a:cubicBezTo>
                    <a:pt x="1298" y="107"/>
                    <a:pt x="1179" y="0"/>
                    <a:pt x="1036" y="0"/>
                  </a:cubicBezTo>
                  <a:cubicBezTo>
                    <a:pt x="893" y="0"/>
                    <a:pt x="786" y="107"/>
                    <a:pt x="786" y="250"/>
                  </a:cubicBezTo>
                  <a:lnTo>
                    <a:pt x="786" y="774"/>
                  </a:lnTo>
                  <a:lnTo>
                    <a:pt x="524" y="774"/>
                  </a:lnTo>
                  <a:lnTo>
                    <a:pt x="524" y="250"/>
                  </a:lnTo>
                  <a:cubicBezTo>
                    <a:pt x="524" y="107"/>
                    <a:pt x="405" y="0"/>
                    <a:pt x="2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66" name="Google Shape;266;p29"/>
            <p:cNvSpPr/>
            <p:nvPr/>
          </p:nvSpPr>
          <p:spPr>
            <a:xfrm>
              <a:off x="4584925" y="1751038"/>
              <a:ext cx="32475" cy="51500"/>
            </a:xfrm>
            <a:custGeom>
              <a:avLst/>
              <a:gdLst/>
              <a:ahLst/>
              <a:cxnLst/>
              <a:rect l="l" t="t" r="r" b="b"/>
              <a:pathLst>
                <a:path w="1299" h="2060" extrusionOk="0">
                  <a:moveTo>
                    <a:pt x="263" y="0"/>
                  </a:moveTo>
                  <a:cubicBezTo>
                    <a:pt x="120" y="0"/>
                    <a:pt x="1" y="107"/>
                    <a:pt x="1" y="250"/>
                  </a:cubicBezTo>
                  <a:lnTo>
                    <a:pt x="1" y="1024"/>
                  </a:lnTo>
                  <a:cubicBezTo>
                    <a:pt x="1" y="1167"/>
                    <a:pt x="120" y="1286"/>
                    <a:pt x="263" y="1286"/>
                  </a:cubicBezTo>
                  <a:lnTo>
                    <a:pt x="775" y="1286"/>
                  </a:lnTo>
                  <a:lnTo>
                    <a:pt x="775" y="1548"/>
                  </a:lnTo>
                  <a:lnTo>
                    <a:pt x="263" y="1548"/>
                  </a:lnTo>
                  <a:cubicBezTo>
                    <a:pt x="120" y="1548"/>
                    <a:pt x="1" y="1667"/>
                    <a:pt x="1" y="1810"/>
                  </a:cubicBezTo>
                  <a:cubicBezTo>
                    <a:pt x="1" y="1953"/>
                    <a:pt x="120" y="2060"/>
                    <a:pt x="263" y="2060"/>
                  </a:cubicBezTo>
                  <a:lnTo>
                    <a:pt x="1037" y="2060"/>
                  </a:lnTo>
                  <a:cubicBezTo>
                    <a:pt x="1180" y="2060"/>
                    <a:pt x="1299" y="1953"/>
                    <a:pt x="1299" y="1810"/>
                  </a:cubicBezTo>
                  <a:lnTo>
                    <a:pt x="1299" y="1036"/>
                  </a:lnTo>
                  <a:cubicBezTo>
                    <a:pt x="1299" y="893"/>
                    <a:pt x="1180" y="774"/>
                    <a:pt x="1037" y="774"/>
                  </a:cubicBezTo>
                  <a:lnTo>
                    <a:pt x="525" y="774"/>
                  </a:lnTo>
                  <a:lnTo>
                    <a:pt x="525" y="512"/>
                  </a:lnTo>
                  <a:lnTo>
                    <a:pt x="1037" y="512"/>
                  </a:lnTo>
                  <a:cubicBezTo>
                    <a:pt x="1180" y="512"/>
                    <a:pt x="1299" y="393"/>
                    <a:pt x="1299" y="250"/>
                  </a:cubicBezTo>
                  <a:cubicBezTo>
                    <a:pt x="1299" y="107"/>
                    <a:pt x="1180" y="0"/>
                    <a:pt x="10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67" name="Google Shape;267;p29"/>
            <p:cNvSpPr/>
            <p:nvPr/>
          </p:nvSpPr>
          <p:spPr>
            <a:xfrm>
              <a:off x="4565600" y="1789713"/>
              <a:ext cx="13100" cy="12825"/>
            </a:xfrm>
            <a:custGeom>
              <a:avLst/>
              <a:gdLst/>
              <a:ahLst/>
              <a:cxnLst/>
              <a:rect l="l" t="t" r="r" b="b"/>
              <a:pathLst>
                <a:path w="524" h="513" extrusionOk="0">
                  <a:moveTo>
                    <a:pt x="262" y="1"/>
                  </a:moveTo>
                  <a:cubicBezTo>
                    <a:pt x="119" y="1"/>
                    <a:pt x="0" y="120"/>
                    <a:pt x="0" y="263"/>
                  </a:cubicBezTo>
                  <a:cubicBezTo>
                    <a:pt x="0" y="406"/>
                    <a:pt x="119" y="513"/>
                    <a:pt x="262" y="513"/>
                  </a:cubicBezTo>
                  <a:cubicBezTo>
                    <a:pt x="405" y="513"/>
                    <a:pt x="524" y="406"/>
                    <a:pt x="524" y="263"/>
                  </a:cubicBezTo>
                  <a:cubicBezTo>
                    <a:pt x="524" y="120"/>
                    <a:pt x="405" y="1"/>
                    <a:pt x="26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68" name="Google Shape;268;p29"/>
            <p:cNvSpPr/>
            <p:nvPr/>
          </p:nvSpPr>
          <p:spPr>
            <a:xfrm>
              <a:off x="4539700" y="1666788"/>
              <a:ext cx="64600" cy="13125"/>
            </a:xfrm>
            <a:custGeom>
              <a:avLst/>
              <a:gdLst/>
              <a:ahLst/>
              <a:cxnLst/>
              <a:rect l="l" t="t" r="r" b="b"/>
              <a:pathLst>
                <a:path w="2584" h="525" extrusionOk="0">
                  <a:moveTo>
                    <a:pt x="262" y="1"/>
                  </a:moveTo>
                  <a:cubicBezTo>
                    <a:pt x="119" y="1"/>
                    <a:pt x="0" y="120"/>
                    <a:pt x="0" y="263"/>
                  </a:cubicBezTo>
                  <a:cubicBezTo>
                    <a:pt x="0" y="405"/>
                    <a:pt x="119" y="524"/>
                    <a:pt x="262" y="524"/>
                  </a:cubicBezTo>
                  <a:lnTo>
                    <a:pt x="2334" y="524"/>
                  </a:lnTo>
                  <a:cubicBezTo>
                    <a:pt x="2465" y="524"/>
                    <a:pt x="2584" y="405"/>
                    <a:pt x="2584" y="263"/>
                  </a:cubicBezTo>
                  <a:cubicBezTo>
                    <a:pt x="2584" y="120"/>
                    <a:pt x="2477" y="1"/>
                    <a:pt x="23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69" name="Google Shape;269;p29"/>
            <p:cNvSpPr/>
            <p:nvPr/>
          </p:nvSpPr>
          <p:spPr>
            <a:xfrm>
              <a:off x="4552500" y="1686438"/>
              <a:ext cx="39000" cy="12825"/>
            </a:xfrm>
            <a:custGeom>
              <a:avLst/>
              <a:gdLst/>
              <a:ahLst/>
              <a:cxnLst/>
              <a:rect l="l" t="t" r="r" b="b"/>
              <a:pathLst>
                <a:path w="1560" h="513" extrusionOk="0">
                  <a:moveTo>
                    <a:pt x="262" y="0"/>
                  </a:moveTo>
                  <a:cubicBezTo>
                    <a:pt x="119" y="0"/>
                    <a:pt x="0" y="108"/>
                    <a:pt x="0" y="250"/>
                  </a:cubicBezTo>
                  <a:cubicBezTo>
                    <a:pt x="0" y="393"/>
                    <a:pt x="119" y="512"/>
                    <a:pt x="262" y="512"/>
                  </a:cubicBezTo>
                  <a:lnTo>
                    <a:pt x="1298" y="512"/>
                  </a:lnTo>
                  <a:cubicBezTo>
                    <a:pt x="1441" y="512"/>
                    <a:pt x="1560" y="393"/>
                    <a:pt x="1560" y="250"/>
                  </a:cubicBezTo>
                  <a:cubicBezTo>
                    <a:pt x="1560" y="108"/>
                    <a:pt x="1441" y="0"/>
                    <a:pt x="129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70" name="Google Shape;270;p29"/>
            <p:cNvSpPr/>
            <p:nvPr/>
          </p:nvSpPr>
          <p:spPr>
            <a:xfrm>
              <a:off x="4513800" y="1854313"/>
              <a:ext cx="51800" cy="51825"/>
            </a:xfrm>
            <a:custGeom>
              <a:avLst/>
              <a:gdLst/>
              <a:ahLst/>
              <a:cxnLst/>
              <a:rect l="l" t="t" r="r" b="b"/>
              <a:pathLst>
                <a:path w="2072" h="2073" extrusionOk="0">
                  <a:moveTo>
                    <a:pt x="1036" y="524"/>
                  </a:moveTo>
                  <a:cubicBezTo>
                    <a:pt x="1322" y="524"/>
                    <a:pt x="1548" y="751"/>
                    <a:pt x="1548" y="1036"/>
                  </a:cubicBezTo>
                  <a:cubicBezTo>
                    <a:pt x="1548" y="1322"/>
                    <a:pt x="1322" y="1560"/>
                    <a:pt x="1036" y="1560"/>
                  </a:cubicBezTo>
                  <a:cubicBezTo>
                    <a:pt x="750" y="1560"/>
                    <a:pt x="524" y="1322"/>
                    <a:pt x="524" y="1036"/>
                  </a:cubicBezTo>
                  <a:cubicBezTo>
                    <a:pt x="524" y="751"/>
                    <a:pt x="750" y="524"/>
                    <a:pt x="1036" y="524"/>
                  </a:cubicBezTo>
                  <a:close/>
                  <a:moveTo>
                    <a:pt x="1036" y="1"/>
                  </a:moveTo>
                  <a:cubicBezTo>
                    <a:pt x="465" y="1"/>
                    <a:pt x="0" y="465"/>
                    <a:pt x="0" y="1036"/>
                  </a:cubicBezTo>
                  <a:cubicBezTo>
                    <a:pt x="0" y="1608"/>
                    <a:pt x="465" y="2072"/>
                    <a:pt x="1036" y="2072"/>
                  </a:cubicBezTo>
                  <a:cubicBezTo>
                    <a:pt x="1608" y="2072"/>
                    <a:pt x="2072" y="1608"/>
                    <a:pt x="2072" y="1036"/>
                  </a:cubicBezTo>
                  <a:cubicBezTo>
                    <a:pt x="2072" y="465"/>
                    <a:pt x="1608" y="1"/>
                    <a:pt x="103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71" name="Google Shape;271;p29"/>
            <p:cNvSpPr/>
            <p:nvPr/>
          </p:nvSpPr>
          <p:spPr>
            <a:xfrm>
              <a:off x="4578375" y="1854313"/>
              <a:ext cx="51825" cy="51825"/>
            </a:xfrm>
            <a:custGeom>
              <a:avLst/>
              <a:gdLst/>
              <a:ahLst/>
              <a:cxnLst/>
              <a:rect l="l" t="t" r="r" b="b"/>
              <a:pathLst>
                <a:path w="2073" h="2073" extrusionOk="0">
                  <a:moveTo>
                    <a:pt x="1037" y="524"/>
                  </a:moveTo>
                  <a:cubicBezTo>
                    <a:pt x="1323" y="524"/>
                    <a:pt x="1561" y="751"/>
                    <a:pt x="1561" y="1036"/>
                  </a:cubicBezTo>
                  <a:cubicBezTo>
                    <a:pt x="1561" y="1322"/>
                    <a:pt x="1323" y="1560"/>
                    <a:pt x="1037" y="1560"/>
                  </a:cubicBezTo>
                  <a:cubicBezTo>
                    <a:pt x="751" y="1560"/>
                    <a:pt x="525" y="1322"/>
                    <a:pt x="525" y="1036"/>
                  </a:cubicBezTo>
                  <a:cubicBezTo>
                    <a:pt x="525" y="751"/>
                    <a:pt x="751" y="524"/>
                    <a:pt x="1037" y="524"/>
                  </a:cubicBezTo>
                  <a:close/>
                  <a:moveTo>
                    <a:pt x="1037" y="1"/>
                  </a:moveTo>
                  <a:cubicBezTo>
                    <a:pt x="465" y="1"/>
                    <a:pt x="1" y="465"/>
                    <a:pt x="1" y="1036"/>
                  </a:cubicBezTo>
                  <a:cubicBezTo>
                    <a:pt x="1" y="1608"/>
                    <a:pt x="465" y="2072"/>
                    <a:pt x="1037" y="2072"/>
                  </a:cubicBezTo>
                  <a:cubicBezTo>
                    <a:pt x="1608" y="2072"/>
                    <a:pt x="2073" y="1608"/>
                    <a:pt x="2073" y="1036"/>
                  </a:cubicBezTo>
                  <a:cubicBezTo>
                    <a:pt x="2073" y="465"/>
                    <a:pt x="1608" y="1"/>
                    <a:pt x="103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</p:grpSp>
      <p:grpSp>
        <p:nvGrpSpPr>
          <p:cNvPr id="272" name="Google Shape;272;p29"/>
          <p:cNvGrpSpPr/>
          <p:nvPr/>
        </p:nvGrpSpPr>
        <p:grpSpPr>
          <a:xfrm>
            <a:off x="1799416" y="1628091"/>
            <a:ext cx="232775" cy="413775"/>
            <a:chOff x="1799413" y="1628088"/>
            <a:chExt cx="232775" cy="413775"/>
          </a:xfrm>
        </p:grpSpPr>
        <p:sp>
          <p:nvSpPr>
            <p:cNvPr id="273" name="Google Shape;273;p29"/>
            <p:cNvSpPr/>
            <p:nvPr/>
          </p:nvSpPr>
          <p:spPr>
            <a:xfrm>
              <a:off x="1890188" y="1647438"/>
              <a:ext cx="12825" cy="13125"/>
            </a:xfrm>
            <a:custGeom>
              <a:avLst/>
              <a:gdLst/>
              <a:ahLst/>
              <a:cxnLst/>
              <a:rect l="l" t="t" r="r" b="b"/>
              <a:pathLst>
                <a:path w="513" h="525" extrusionOk="0">
                  <a:moveTo>
                    <a:pt x="251" y="1"/>
                  </a:moveTo>
                  <a:cubicBezTo>
                    <a:pt x="108" y="1"/>
                    <a:pt x="1" y="120"/>
                    <a:pt x="1" y="263"/>
                  </a:cubicBezTo>
                  <a:cubicBezTo>
                    <a:pt x="1" y="406"/>
                    <a:pt x="120" y="525"/>
                    <a:pt x="263" y="525"/>
                  </a:cubicBezTo>
                  <a:cubicBezTo>
                    <a:pt x="405" y="525"/>
                    <a:pt x="513" y="406"/>
                    <a:pt x="513" y="263"/>
                  </a:cubicBezTo>
                  <a:cubicBezTo>
                    <a:pt x="513" y="120"/>
                    <a:pt x="405" y="1"/>
                    <a:pt x="26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74" name="Google Shape;274;p29"/>
            <p:cNvSpPr/>
            <p:nvPr/>
          </p:nvSpPr>
          <p:spPr>
            <a:xfrm>
              <a:off x="1909238" y="1647438"/>
              <a:ext cx="32475" cy="13125"/>
            </a:xfrm>
            <a:custGeom>
              <a:avLst/>
              <a:gdLst/>
              <a:ahLst/>
              <a:cxnLst/>
              <a:rect l="l" t="t" r="r" b="b"/>
              <a:pathLst>
                <a:path w="1299" h="525" extrusionOk="0">
                  <a:moveTo>
                    <a:pt x="263" y="1"/>
                  </a:moveTo>
                  <a:cubicBezTo>
                    <a:pt x="120" y="1"/>
                    <a:pt x="1" y="120"/>
                    <a:pt x="1" y="263"/>
                  </a:cubicBezTo>
                  <a:cubicBezTo>
                    <a:pt x="1" y="406"/>
                    <a:pt x="120" y="525"/>
                    <a:pt x="263" y="525"/>
                  </a:cubicBezTo>
                  <a:lnTo>
                    <a:pt x="1036" y="525"/>
                  </a:lnTo>
                  <a:cubicBezTo>
                    <a:pt x="1179" y="525"/>
                    <a:pt x="1298" y="406"/>
                    <a:pt x="1298" y="263"/>
                  </a:cubicBezTo>
                  <a:cubicBezTo>
                    <a:pt x="1298" y="120"/>
                    <a:pt x="1179" y="1"/>
                    <a:pt x="103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75" name="Google Shape;275;p29"/>
            <p:cNvSpPr/>
            <p:nvPr/>
          </p:nvSpPr>
          <p:spPr>
            <a:xfrm>
              <a:off x="1799413" y="1628088"/>
              <a:ext cx="232775" cy="413775"/>
            </a:xfrm>
            <a:custGeom>
              <a:avLst/>
              <a:gdLst/>
              <a:ahLst/>
              <a:cxnLst/>
              <a:rect l="l" t="t" r="r" b="b"/>
              <a:pathLst>
                <a:path w="9311" h="16551" extrusionOk="0">
                  <a:moveTo>
                    <a:pt x="7763" y="513"/>
                  </a:moveTo>
                  <a:cubicBezTo>
                    <a:pt x="8335" y="513"/>
                    <a:pt x="8799" y="977"/>
                    <a:pt x="8799" y="1549"/>
                  </a:cubicBezTo>
                  <a:lnTo>
                    <a:pt x="524" y="1549"/>
                  </a:lnTo>
                  <a:cubicBezTo>
                    <a:pt x="524" y="977"/>
                    <a:pt x="988" y="513"/>
                    <a:pt x="1548" y="513"/>
                  </a:cubicBezTo>
                  <a:close/>
                  <a:moveTo>
                    <a:pt x="8799" y="2072"/>
                  </a:moveTo>
                  <a:lnTo>
                    <a:pt x="8799" y="12931"/>
                  </a:lnTo>
                  <a:lnTo>
                    <a:pt x="524" y="12931"/>
                  </a:lnTo>
                  <a:lnTo>
                    <a:pt x="524" y="2072"/>
                  </a:lnTo>
                  <a:close/>
                  <a:moveTo>
                    <a:pt x="8799" y="13443"/>
                  </a:moveTo>
                  <a:lnTo>
                    <a:pt x="8799" y="13705"/>
                  </a:lnTo>
                  <a:cubicBezTo>
                    <a:pt x="8799" y="14419"/>
                    <a:pt x="8215" y="15003"/>
                    <a:pt x="7501" y="15003"/>
                  </a:cubicBezTo>
                  <a:lnTo>
                    <a:pt x="1810" y="15003"/>
                  </a:lnTo>
                  <a:cubicBezTo>
                    <a:pt x="1096" y="15003"/>
                    <a:pt x="524" y="14419"/>
                    <a:pt x="524" y="13705"/>
                  </a:cubicBezTo>
                  <a:lnTo>
                    <a:pt x="524" y="13443"/>
                  </a:lnTo>
                  <a:close/>
                  <a:moveTo>
                    <a:pt x="548" y="14991"/>
                  </a:moveTo>
                  <a:cubicBezTo>
                    <a:pt x="869" y="15312"/>
                    <a:pt x="1322" y="15515"/>
                    <a:pt x="1810" y="15515"/>
                  </a:cubicBezTo>
                  <a:lnTo>
                    <a:pt x="7501" y="15515"/>
                  </a:lnTo>
                  <a:cubicBezTo>
                    <a:pt x="7989" y="15515"/>
                    <a:pt x="8442" y="15312"/>
                    <a:pt x="8763" y="14991"/>
                  </a:cubicBezTo>
                  <a:lnTo>
                    <a:pt x="8763" y="14991"/>
                  </a:lnTo>
                  <a:cubicBezTo>
                    <a:pt x="8644" y="15586"/>
                    <a:pt x="8132" y="16038"/>
                    <a:pt x="7501" y="16038"/>
                  </a:cubicBezTo>
                  <a:lnTo>
                    <a:pt x="1810" y="16038"/>
                  </a:lnTo>
                  <a:cubicBezTo>
                    <a:pt x="1191" y="16038"/>
                    <a:pt x="667" y="15586"/>
                    <a:pt x="548" y="14991"/>
                  </a:cubicBezTo>
                  <a:close/>
                  <a:moveTo>
                    <a:pt x="1548" y="1"/>
                  </a:moveTo>
                  <a:cubicBezTo>
                    <a:pt x="703" y="1"/>
                    <a:pt x="0" y="691"/>
                    <a:pt x="0" y="1549"/>
                  </a:cubicBezTo>
                  <a:lnTo>
                    <a:pt x="0" y="14741"/>
                  </a:lnTo>
                  <a:cubicBezTo>
                    <a:pt x="0" y="15741"/>
                    <a:pt x="810" y="16550"/>
                    <a:pt x="1810" y="16550"/>
                  </a:cubicBezTo>
                  <a:lnTo>
                    <a:pt x="7501" y="16550"/>
                  </a:lnTo>
                  <a:cubicBezTo>
                    <a:pt x="8501" y="16550"/>
                    <a:pt x="9311" y="15741"/>
                    <a:pt x="9311" y="14741"/>
                  </a:cubicBezTo>
                  <a:lnTo>
                    <a:pt x="9311" y="1549"/>
                  </a:lnTo>
                  <a:cubicBezTo>
                    <a:pt x="9311" y="691"/>
                    <a:pt x="8620" y="1"/>
                    <a:pt x="776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76" name="Google Shape;276;p29"/>
            <p:cNvSpPr/>
            <p:nvPr/>
          </p:nvSpPr>
          <p:spPr>
            <a:xfrm>
              <a:off x="1896438" y="1964138"/>
              <a:ext cx="38725" cy="39025"/>
            </a:xfrm>
            <a:custGeom>
              <a:avLst/>
              <a:gdLst/>
              <a:ahLst/>
              <a:cxnLst/>
              <a:rect l="l" t="t" r="r" b="b"/>
              <a:pathLst>
                <a:path w="1549" h="1561" extrusionOk="0">
                  <a:moveTo>
                    <a:pt x="775" y="525"/>
                  </a:moveTo>
                  <a:cubicBezTo>
                    <a:pt x="917" y="525"/>
                    <a:pt x="1036" y="644"/>
                    <a:pt x="1036" y="787"/>
                  </a:cubicBezTo>
                  <a:cubicBezTo>
                    <a:pt x="1036" y="930"/>
                    <a:pt x="917" y="1037"/>
                    <a:pt x="775" y="1037"/>
                  </a:cubicBezTo>
                  <a:cubicBezTo>
                    <a:pt x="632" y="1037"/>
                    <a:pt x="513" y="930"/>
                    <a:pt x="513" y="787"/>
                  </a:cubicBezTo>
                  <a:cubicBezTo>
                    <a:pt x="513" y="644"/>
                    <a:pt x="632" y="525"/>
                    <a:pt x="775" y="525"/>
                  </a:cubicBezTo>
                  <a:close/>
                  <a:moveTo>
                    <a:pt x="775" y="1"/>
                  </a:moveTo>
                  <a:cubicBezTo>
                    <a:pt x="346" y="1"/>
                    <a:pt x="1" y="358"/>
                    <a:pt x="1" y="787"/>
                  </a:cubicBezTo>
                  <a:cubicBezTo>
                    <a:pt x="1" y="1203"/>
                    <a:pt x="346" y="1561"/>
                    <a:pt x="775" y="1561"/>
                  </a:cubicBezTo>
                  <a:cubicBezTo>
                    <a:pt x="1203" y="1561"/>
                    <a:pt x="1548" y="1203"/>
                    <a:pt x="1548" y="787"/>
                  </a:cubicBezTo>
                  <a:cubicBezTo>
                    <a:pt x="1548" y="358"/>
                    <a:pt x="1203" y="1"/>
                    <a:pt x="7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77" name="Google Shape;277;p29"/>
            <p:cNvSpPr/>
            <p:nvPr/>
          </p:nvSpPr>
          <p:spPr>
            <a:xfrm>
              <a:off x="1844638" y="1712038"/>
              <a:ext cx="142325" cy="161650"/>
            </a:xfrm>
            <a:custGeom>
              <a:avLst/>
              <a:gdLst/>
              <a:ahLst/>
              <a:cxnLst/>
              <a:rect l="l" t="t" r="r" b="b"/>
              <a:pathLst>
                <a:path w="5693" h="6466" extrusionOk="0">
                  <a:moveTo>
                    <a:pt x="4394" y="524"/>
                  </a:moveTo>
                  <a:cubicBezTo>
                    <a:pt x="4823" y="524"/>
                    <a:pt x="5168" y="869"/>
                    <a:pt x="5168" y="1298"/>
                  </a:cubicBezTo>
                  <a:lnTo>
                    <a:pt x="5168" y="2072"/>
                  </a:lnTo>
                  <a:lnTo>
                    <a:pt x="5168" y="4406"/>
                  </a:lnTo>
                  <a:cubicBezTo>
                    <a:pt x="5168" y="4834"/>
                    <a:pt x="4823" y="5180"/>
                    <a:pt x="4394" y="5180"/>
                  </a:cubicBezTo>
                  <a:lnTo>
                    <a:pt x="1299" y="5180"/>
                  </a:lnTo>
                  <a:cubicBezTo>
                    <a:pt x="870" y="5180"/>
                    <a:pt x="525" y="4834"/>
                    <a:pt x="525" y="4406"/>
                  </a:cubicBezTo>
                  <a:lnTo>
                    <a:pt x="525" y="2072"/>
                  </a:lnTo>
                  <a:lnTo>
                    <a:pt x="525" y="1298"/>
                  </a:lnTo>
                  <a:cubicBezTo>
                    <a:pt x="525" y="869"/>
                    <a:pt x="870" y="524"/>
                    <a:pt x="1299" y="524"/>
                  </a:cubicBezTo>
                  <a:close/>
                  <a:moveTo>
                    <a:pt x="584" y="5477"/>
                  </a:moveTo>
                  <a:lnTo>
                    <a:pt x="584" y="5477"/>
                  </a:lnTo>
                  <a:cubicBezTo>
                    <a:pt x="787" y="5608"/>
                    <a:pt x="1037" y="5692"/>
                    <a:pt x="1299" y="5692"/>
                  </a:cubicBezTo>
                  <a:lnTo>
                    <a:pt x="4394" y="5692"/>
                  </a:lnTo>
                  <a:cubicBezTo>
                    <a:pt x="4656" y="5692"/>
                    <a:pt x="4906" y="5608"/>
                    <a:pt x="5109" y="5477"/>
                  </a:cubicBezTo>
                  <a:lnTo>
                    <a:pt x="5109" y="5477"/>
                  </a:lnTo>
                  <a:cubicBezTo>
                    <a:pt x="4990" y="5751"/>
                    <a:pt x="4716" y="5953"/>
                    <a:pt x="4394" y="5953"/>
                  </a:cubicBezTo>
                  <a:lnTo>
                    <a:pt x="1299" y="5953"/>
                  </a:lnTo>
                  <a:cubicBezTo>
                    <a:pt x="977" y="5953"/>
                    <a:pt x="703" y="5751"/>
                    <a:pt x="584" y="5477"/>
                  </a:cubicBezTo>
                  <a:close/>
                  <a:moveTo>
                    <a:pt x="1299" y="0"/>
                  </a:moveTo>
                  <a:cubicBezTo>
                    <a:pt x="584" y="0"/>
                    <a:pt x="1" y="584"/>
                    <a:pt x="1" y="1298"/>
                  </a:cubicBezTo>
                  <a:lnTo>
                    <a:pt x="1" y="2072"/>
                  </a:lnTo>
                  <a:lnTo>
                    <a:pt x="1" y="4406"/>
                  </a:lnTo>
                  <a:lnTo>
                    <a:pt x="1" y="5180"/>
                  </a:lnTo>
                  <a:cubicBezTo>
                    <a:pt x="1" y="5882"/>
                    <a:pt x="584" y="6465"/>
                    <a:pt x="1299" y="6465"/>
                  </a:cubicBezTo>
                  <a:lnTo>
                    <a:pt x="4394" y="6465"/>
                  </a:lnTo>
                  <a:cubicBezTo>
                    <a:pt x="5109" y="6465"/>
                    <a:pt x="5692" y="5882"/>
                    <a:pt x="5692" y="5180"/>
                  </a:cubicBezTo>
                  <a:lnTo>
                    <a:pt x="5692" y="4406"/>
                  </a:lnTo>
                  <a:lnTo>
                    <a:pt x="5692" y="2072"/>
                  </a:lnTo>
                  <a:lnTo>
                    <a:pt x="5692" y="1298"/>
                  </a:lnTo>
                  <a:cubicBezTo>
                    <a:pt x="5692" y="584"/>
                    <a:pt x="5109" y="0"/>
                    <a:pt x="439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78" name="Google Shape;278;p29"/>
            <p:cNvSpPr/>
            <p:nvPr/>
          </p:nvSpPr>
          <p:spPr>
            <a:xfrm>
              <a:off x="1883638" y="1751038"/>
              <a:ext cx="64625" cy="64600"/>
            </a:xfrm>
            <a:custGeom>
              <a:avLst/>
              <a:gdLst/>
              <a:ahLst/>
              <a:cxnLst/>
              <a:rect l="l" t="t" r="r" b="b"/>
              <a:pathLst>
                <a:path w="2585" h="2584" extrusionOk="0">
                  <a:moveTo>
                    <a:pt x="1287" y="0"/>
                  </a:moveTo>
                  <a:cubicBezTo>
                    <a:pt x="1144" y="0"/>
                    <a:pt x="1025" y="107"/>
                    <a:pt x="1025" y="250"/>
                  </a:cubicBezTo>
                  <a:lnTo>
                    <a:pt x="1025" y="1024"/>
                  </a:lnTo>
                  <a:lnTo>
                    <a:pt x="251" y="1024"/>
                  </a:lnTo>
                  <a:cubicBezTo>
                    <a:pt x="108" y="1024"/>
                    <a:pt x="1" y="1143"/>
                    <a:pt x="1" y="1286"/>
                  </a:cubicBezTo>
                  <a:cubicBezTo>
                    <a:pt x="1" y="1429"/>
                    <a:pt x="108" y="1548"/>
                    <a:pt x="251" y="1548"/>
                  </a:cubicBezTo>
                  <a:lnTo>
                    <a:pt x="1025" y="1548"/>
                  </a:lnTo>
                  <a:lnTo>
                    <a:pt x="1025" y="2322"/>
                  </a:lnTo>
                  <a:cubicBezTo>
                    <a:pt x="1025" y="2465"/>
                    <a:pt x="1144" y="2584"/>
                    <a:pt x="1287" y="2584"/>
                  </a:cubicBezTo>
                  <a:cubicBezTo>
                    <a:pt x="1429" y="2584"/>
                    <a:pt x="1548" y="2465"/>
                    <a:pt x="1548" y="2322"/>
                  </a:cubicBezTo>
                  <a:lnTo>
                    <a:pt x="1548" y="1548"/>
                  </a:lnTo>
                  <a:lnTo>
                    <a:pt x="2322" y="1548"/>
                  </a:lnTo>
                  <a:cubicBezTo>
                    <a:pt x="2465" y="1548"/>
                    <a:pt x="2584" y="1429"/>
                    <a:pt x="2584" y="1286"/>
                  </a:cubicBezTo>
                  <a:cubicBezTo>
                    <a:pt x="2584" y="1143"/>
                    <a:pt x="2465" y="1024"/>
                    <a:pt x="2322" y="1024"/>
                  </a:cubicBezTo>
                  <a:lnTo>
                    <a:pt x="1548" y="1024"/>
                  </a:lnTo>
                  <a:lnTo>
                    <a:pt x="1548" y="250"/>
                  </a:lnTo>
                  <a:cubicBezTo>
                    <a:pt x="1548" y="107"/>
                    <a:pt x="1429" y="0"/>
                    <a:pt x="128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79" name="Google Shape;279;p29"/>
            <p:cNvSpPr/>
            <p:nvPr/>
          </p:nvSpPr>
          <p:spPr>
            <a:xfrm>
              <a:off x="1863988" y="1893013"/>
              <a:ext cx="103625" cy="13125"/>
            </a:xfrm>
            <a:custGeom>
              <a:avLst/>
              <a:gdLst/>
              <a:ahLst/>
              <a:cxnLst/>
              <a:rect l="l" t="t" r="r" b="b"/>
              <a:pathLst>
                <a:path w="4145" h="525" extrusionOk="0">
                  <a:moveTo>
                    <a:pt x="263" y="0"/>
                  </a:moveTo>
                  <a:cubicBezTo>
                    <a:pt x="120" y="0"/>
                    <a:pt x="1" y="119"/>
                    <a:pt x="1" y="262"/>
                  </a:cubicBezTo>
                  <a:cubicBezTo>
                    <a:pt x="1" y="405"/>
                    <a:pt x="120" y="524"/>
                    <a:pt x="263" y="524"/>
                  </a:cubicBezTo>
                  <a:lnTo>
                    <a:pt x="3882" y="524"/>
                  </a:lnTo>
                  <a:cubicBezTo>
                    <a:pt x="4025" y="524"/>
                    <a:pt x="4144" y="405"/>
                    <a:pt x="4144" y="262"/>
                  </a:cubicBezTo>
                  <a:cubicBezTo>
                    <a:pt x="4144" y="119"/>
                    <a:pt x="4025" y="0"/>
                    <a:pt x="388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80" name="Google Shape;280;p29"/>
            <p:cNvSpPr/>
            <p:nvPr/>
          </p:nvSpPr>
          <p:spPr>
            <a:xfrm>
              <a:off x="1889888" y="1912663"/>
              <a:ext cx="51825" cy="12825"/>
            </a:xfrm>
            <a:custGeom>
              <a:avLst/>
              <a:gdLst/>
              <a:ahLst/>
              <a:cxnLst/>
              <a:rect l="l" t="t" r="r" b="b"/>
              <a:pathLst>
                <a:path w="2073" h="513" extrusionOk="0">
                  <a:moveTo>
                    <a:pt x="263" y="0"/>
                  </a:moveTo>
                  <a:cubicBezTo>
                    <a:pt x="120" y="0"/>
                    <a:pt x="1" y="107"/>
                    <a:pt x="1" y="250"/>
                  </a:cubicBezTo>
                  <a:cubicBezTo>
                    <a:pt x="1" y="393"/>
                    <a:pt x="120" y="512"/>
                    <a:pt x="263" y="512"/>
                  </a:cubicBezTo>
                  <a:lnTo>
                    <a:pt x="1810" y="512"/>
                  </a:lnTo>
                  <a:cubicBezTo>
                    <a:pt x="1953" y="512"/>
                    <a:pt x="2072" y="393"/>
                    <a:pt x="2072" y="250"/>
                  </a:cubicBezTo>
                  <a:cubicBezTo>
                    <a:pt x="2072" y="107"/>
                    <a:pt x="1953" y="0"/>
                    <a:pt x="181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1705638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0"/>
          <p:cNvSpPr/>
          <p:nvPr/>
        </p:nvSpPr>
        <p:spPr>
          <a:xfrm>
            <a:off x="2785212" y="1428525"/>
            <a:ext cx="4142100" cy="2359200"/>
          </a:xfrm>
          <a:prstGeom prst="roundRect">
            <a:avLst>
              <a:gd name="adj" fmla="val 11841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86" name="Google Shape;286;p30"/>
          <p:cNvSpPr txBox="1">
            <a:spLocks noGrp="1"/>
          </p:cNvSpPr>
          <p:nvPr>
            <p:ph type="title"/>
          </p:nvPr>
        </p:nvSpPr>
        <p:spPr>
          <a:xfrm>
            <a:off x="3311664" y="2449976"/>
            <a:ext cx="3232013" cy="68485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3200" dirty="0"/>
              <a:t>Cloud-based CDSS module</a:t>
            </a:r>
            <a:br>
              <a:rPr lang="en-US" sz="3200" dirty="0"/>
            </a:br>
            <a:endParaRPr lang="en-US" sz="3200" dirty="0"/>
          </a:p>
        </p:txBody>
      </p:sp>
      <p:sp>
        <p:nvSpPr>
          <p:cNvPr id="288" name="Google Shape;288;p30"/>
          <p:cNvSpPr/>
          <p:nvPr/>
        </p:nvSpPr>
        <p:spPr>
          <a:xfrm>
            <a:off x="2397600" y="1030037"/>
            <a:ext cx="809100" cy="8091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89" name="Google Shape;289;p30"/>
          <p:cNvSpPr txBox="1">
            <a:spLocks noGrp="1"/>
          </p:cNvSpPr>
          <p:nvPr>
            <p:ph type="title" idx="2"/>
          </p:nvPr>
        </p:nvSpPr>
        <p:spPr>
          <a:xfrm>
            <a:off x="2448025" y="1222975"/>
            <a:ext cx="708300" cy="42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dirty="0"/>
              <a:t>02</a:t>
            </a:r>
            <a:endParaRPr dirty="0"/>
          </a:p>
        </p:txBody>
      </p:sp>
      <p:grpSp>
        <p:nvGrpSpPr>
          <p:cNvPr id="290" name="Google Shape;290;p30"/>
          <p:cNvGrpSpPr/>
          <p:nvPr/>
        </p:nvGrpSpPr>
        <p:grpSpPr>
          <a:xfrm>
            <a:off x="5647212" y="3547687"/>
            <a:ext cx="747900" cy="457500"/>
            <a:chOff x="5549225" y="3480787"/>
            <a:chExt cx="747900" cy="457500"/>
          </a:xfrm>
        </p:grpSpPr>
        <p:grpSp>
          <p:nvGrpSpPr>
            <p:cNvPr id="291" name="Google Shape;291;p30"/>
            <p:cNvGrpSpPr/>
            <p:nvPr/>
          </p:nvGrpSpPr>
          <p:grpSpPr>
            <a:xfrm>
              <a:off x="5549225" y="3480787"/>
              <a:ext cx="747900" cy="457500"/>
              <a:chOff x="5549225" y="3480787"/>
              <a:chExt cx="747900" cy="457500"/>
            </a:xfrm>
          </p:grpSpPr>
          <p:sp>
            <p:nvSpPr>
              <p:cNvPr id="292" name="Google Shape;292;p30"/>
              <p:cNvSpPr/>
              <p:nvPr/>
            </p:nvSpPr>
            <p:spPr>
              <a:xfrm>
                <a:off x="5549225" y="3480787"/>
                <a:ext cx="747900" cy="457500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  <a:effectLst>
                <a:outerShdw blurRad="214313" dist="95250" dir="5400000" algn="bl" rotWithShape="0">
                  <a:schemeClr val="accent2">
                    <a:alpha val="3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/>
              </a:p>
            </p:txBody>
          </p:sp>
          <p:sp>
            <p:nvSpPr>
              <p:cNvPr id="293" name="Google Shape;293;p30"/>
              <p:cNvSpPr/>
              <p:nvPr/>
            </p:nvSpPr>
            <p:spPr>
              <a:xfrm rot="-5400000">
                <a:off x="5911966" y="3604646"/>
                <a:ext cx="22418" cy="209781"/>
              </a:xfrm>
              <a:custGeom>
                <a:avLst/>
                <a:gdLst/>
                <a:ahLst/>
                <a:cxnLst/>
                <a:rect l="l" t="t" r="r" b="b"/>
                <a:pathLst>
                  <a:path w="406" h="3799" extrusionOk="0">
                    <a:moveTo>
                      <a:pt x="203" y="0"/>
                    </a:moveTo>
                    <a:cubicBezTo>
                      <a:pt x="96" y="0"/>
                      <a:pt x="1" y="96"/>
                      <a:pt x="1" y="203"/>
                    </a:cubicBezTo>
                    <a:lnTo>
                      <a:pt x="1" y="3596"/>
                    </a:lnTo>
                    <a:cubicBezTo>
                      <a:pt x="1" y="3715"/>
                      <a:pt x="96" y="3798"/>
                      <a:pt x="203" y="3798"/>
                    </a:cubicBezTo>
                    <a:cubicBezTo>
                      <a:pt x="310" y="3798"/>
                      <a:pt x="406" y="3715"/>
                      <a:pt x="406" y="3608"/>
                    </a:cubicBezTo>
                    <a:lnTo>
                      <a:pt x="406" y="203"/>
                    </a:lnTo>
                    <a:cubicBezTo>
                      <a:pt x="406" y="96"/>
                      <a:pt x="310" y="0"/>
                      <a:pt x="20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/>
              </a:p>
            </p:txBody>
          </p:sp>
          <p:sp>
            <p:nvSpPr>
              <p:cNvPr id="294" name="Google Shape;294;p30"/>
              <p:cNvSpPr/>
              <p:nvPr/>
            </p:nvSpPr>
            <p:spPr>
              <a:xfrm rot="-5400000">
                <a:off x="5873123" y="3654538"/>
                <a:ext cx="199887" cy="109998"/>
              </a:xfrm>
              <a:custGeom>
                <a:avLst/>
                <a:gdLst/>
                <a:ahLst/>
                <a:cxnLst/>
                <a:rect l="l" t="t" r="r" b="b"/>
                <a:pathLst>
                  <a:path w="3620" h="1992" extrusionOk="0">
                    <a:moveTo>
                      <a:pt x="221" y="0"/>
                    </a:moveTo>
                    <a:cubicBezTo>
                      <a:pt x="170" y="0"/>
                      <a:pt x="120" y="21"/>
                      <a:pt x="84" y="63"/>
                    </a:cubicBezTo>
                    <a:cubicBezTo>
                      <a:pt x="0" y="134"/>
                      <a:pt x="0" y="265"/>
                      <a:pt x="84" y="348"/>
                    </a:cubicBezTo>
                    <a:lnTo>
                      <a:pt x="1667" y="1932"/>
                    </a:lnTo>
                    <a:cubicBezTo>
                      <a:pt x="1715" y="1979"/>
                      <a:pt x="1763" y="1991"/>
                      <a:pt x="1810" y="1991"/>
                    </a:cubicBezTo>
                    <a:cubicBezTo>
                      <a:pt x="1858" y="1991"/>
                      <a:pt x="1917" y="1979"/>
                      <a:pt x="1953" y="1932"/>
                    </a:cubicBezTo>
                    <a:lnTo>
                      <a:pt x="3537" y="348"/>
                    </a:lnTo>
                    <a:cubicBezTo>
                      <a:pt x="3620" y="265"/>
                      <a:pt x="3620" y="134"/>
                      <a:pt x="3537" y="63"/>
                    </a:cubicBezTo>
                    <a:cubicBezTo>
                      <a:pt x="3501" y="21"/>
                      <a:pt x="3450" y="0"/>
                      <a:pt x="3400" y="0"/>
                    </a:cubicBezTo>
                    <a:cubicBezTo>
                      <a:pt x="3349" y="0"/>
                      <a:pt x="3298" y="21"/>
                      <a:pt x="3263" y="63"/>
                    </a:cubicBezTo>
                    <a:lnTo>
                      <a:pt x="1810" y="1515"/>
                    </a:lnTo>
                    <a:lnTo>
                      <a:pt x="358" y="63"/>
                    </a:lnTo>
                    <a:cubicBezTo>
                      <a:pt x="322" y="21"/>
                      <a:pt x="271" y="0"/>
                      <a:pt x="22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/>
              </a:p>
            </p:txBody>
          </p:sp>
        </p:grpSp>
        <p:sp>
          <p:nvSpPr>
            <p:cNvPr id="295" name="Google Shape;295;p30">
              <a:hlinkClick r:id="" action="ppaction://hlinkshowjump?jump=nextslide"/>
            </p:cNvPr>
            <p:cNvSpPr/>
            <p:nvPr/>
          </p:nvSpPr>
          <p:spPr>
            <a:xfrm>
              <a:off x="5549225" y="3480787"/>
              <a:ext cx="747900" cy="457500"/>
            </a:xfrm>
            <a:prstGeom prst="roundRect">
              <a:avLst>
                <a:gd name="adj" fmla="val 50000"/>
              </a:avLst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5529647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8"/>
          <p:cNvSpPr/>
          <p:nvPr/>
        </p:nvSpPr>
        <p:spPr>
          <a:xfrm>
            <a:off x="713100" y="1154013"/>
            <a:ext cx="2458800" cy="16188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13" name="Google Shape;213;p28"/>
          <p:cNvSpPr/>
          <p:nvPr/>
        </p:nvSpPr>
        <p:spPr>
          <a:xfrm>
            <a:off x="3342600" y="1154013"/>
            <a:ext cx="2458800" cy="16188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14" name="Google Shape;214;p28"/>
          <p:cNvSpPr/>
          <p:nvPr/>
        </p:nvSpPr>
        <p:spPr>
          <a:xfrm>
            <a:off x="5972100" y="1154013"/>
            <a:ext cx="2458800" cy="16188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15" name="Google Shape;215;p28"/>
          <p:cNvSpPr/>
          <p:nvPr/>
        </p:nvSpPr>
        <p:spPr>
          <a:xfrm>
            <a:off x="693225" y="2985300"/>
            <a:ext cx="2458800" cy="16188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16" name="Google Shape;216;p28"/>
          <p:cNvSpPr/>
          <p:nvPr/>
        </p:nvSpPr>
        <p:spPr>
          <a:xfrm>
            <a:off x="3342600" y="2985300"/>
            <a:ext cx="2458800" cy="16188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17" name="Google Shape;217;p28"/>
          <p:cNvSpPr/>
          <p:nvPr/>
        </p:nvSpPr>
        <p:spPr>
          <a:xfrm>
            <a:off x="5972100" y="2985300"/>
            <a:ext cx="2458800" cy="16188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18" name="Google Shape;218;p28"/>
          <p:cNvSpPr txBox="1">
            <a:spLocks noGrp="1"/>
          </p:cNvSpPr>
          <p:nvPr>
            <p:ph type="title"/>
          </p:nvPr>
        </p:nvSpPr>
        <p:spPr>
          <a:xfrm>
            <a:off x="713100" y="368825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/>
              <a:t>CDSS Engine</a:t>
            </a:r>
            <a:endParaRPr dirty="0"/>
          </a:p>
        </p:txBody>
      </p:sp>
      <p:sp>
        <p:nvSpPr>
          <p:cNvPr id="219" name="Google Shape;219;p28"/>
          <p:cNvSpPr txBox="1">
            <a:spLocks noGrp="1"/>
          </p:cNvSpPr>
          <p:nvPr>
            <p:ph type="subTitle" idx="1"/>
          </p:nvPr>
        </p:nvSpPr>
        <p:spPr>
          <a:xfrm>
            <a:off x="713100" y="1156243"/>
            <a:ext cx="2458800" cy="42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sz="1200" dirty="0"/>
              <a:t>Define T1D treatment elements</a:t>
            </a:r>
            <a:endParaRPr sz="1200" dirty="0"/>
          </a:p>
        </p:txBody>
      </p:sp>
      <p:sp>
        <p:nvSpPr>
          <p:cNvPr id="220" name="Google Shape;220;p28"/>
          <p:cNvSpPr txBox="1">
            <a:spLocks noGrp="1"/>
          </p:cNvSpPr>
          <p:nvPr>
            <p:ph type="subTitle" idx="2"/>
          </p:nvPr>
        </p:nvSpPr>
        <p:spPr>
          <a:xfrm>
            <a:off x="713101" y="1600762"/>
            <a:ext cx="2438924" cy="106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l"/>
            <a:r>
              <a:rPr lang="en-US" sz="1000" dirty="0"/>
              <a:t>Patient data are collected automatically from three main sources:</a:t>
            </a:r>
          </a:p>
          <a:p>
            <a:pPr marL="171446" indent="-171446" algn="l">
              <a:buFont typeface="Arial" panose="020B0604020202020204" pitchFamily="34" charset="0"/>
              <a:buChar char="•"/>
            </a:pPr>
            <a:r>
              <a:rPr lang="en-US" sz="1000" dirty="0"/>
              <a:t>WBAN</a:t>
            </a:r>
          </a:p>
          <a:p>
            <a:pPr marL="171446" indent="-171446" algn="l">
              <a:buFont typeface="Arial" panose="020B0604020202020204" pitchFamily="34" charset="0"/>
              <a:buChar char="•"/>
            </a:pPr>
            <a:r>
              <a:rPr lang="en-US" sz="1000" dirty="0"/>
              <a:t>distributed EHR systems</a:t>
            </a:r>
          </a:p>
          <a:p>
            <a:pPr marL="171446" indent="-171446" algn="l">
              <a:buFont typeface="Arial" panose="020B0604020202020204" pitchFamily="34" charset="0"/>
              <a:buChar char="•"/>
            </a:pPr>
            <a:r>
              <a:rPr lang="en-US" sz="1000" dirty="0"/>
              <a:t>data manually sent by the patient</a:t>
            </a:r>
          </a:p>
        </p:txBody>
      </p:sp>
      <p:sp>
        <p:nvSpPr>
          <p:cNvPr id="221" name="Google Shape;221;p28"/>
          <p:cNvSpPr txBox="1">
            <a:spLocks noGrp="1"/>
          </p:cNvSpPr>
          <p:nvPr>
            <p:ph type="subTitle" idx="3"/>
          </p:nvPr>
        </p:nvSpPr>
        <p:spPr>
          <a:xfrm>
            <a:off x="3371573" y="1203923"/>
            <a:ext cx="2417099" cy="42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sz="1200" dirty="0"/>
              <a:t>Identify FHIR resources and profiling</a:t>
            </a:r>
            <a:endParaRPr sz="1200" dirty="0"/>
          </a:p>
        </p:txBody>
      </p:sp>
      <p:sp>
        <p:nvSpPr>
          <p:cNvPr id="222" name="Google Shape;222;p28"/>
          <p:cNvSpPr txBox="1">
            <a:spLocks noGrp="1"/>
          </p:cNvSpPr>
          <p:nvPr>
            <p:ph type="subTitle" idx="4"/>
          </p:nvPr>
        </p:nvSpPr>
        <p:spPr>
          <a:xfrm>
            <a:off x="3351698" y="1600762"/>
            <a:ext cx="2417098" cy="106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l"/>
            <a:r>
              <a:rPr lang="en-US" sz="1000" dirty="0"/>
              <a:t>Most features required to build custom treatment plans are imported from an FHIR model, including </a:t>
            </a:r>
            <a:r>
              <a:rPr lang="en-US" sz="1000" i="1" dirty="0"/>
              <a:t>who</a:t>
            </a:r>
            <a:r>
              <a:rPr lang="en-US" sz="1000" dirty="0"/>
              <a:t>, </a:t>
            </a:r>
            <a:r>
              <a:rPr lang="en-US" sz="1000" i="1" dirty="0"/>
              <a:t>why</a:t>
            </a:r>
            <a:r>
              <a:rPr lang="en-US" sz="1000" dirty="0"/>
              <a:t>, </a:t>
            </a:r>
            <a:r>
              <a:rPr lang="en-US" sz="1000" i="1" dirty="0"/>
              <a:t>what</a:t>
            </a:r>
            <a:r>
              <a:rPr lang="en-US" sz="1000" dirty="0"/>
              <a:t>, </a:t>
            </a:r>
            <a:r>
              <a:rPr lang="en-US" sz="1000" i="1" dirty="0"/>
              <a:t>where</a:t>
            </a:r>
            <a:r>
              <a:rPr lang="en-US" sz="1000" dirty="0"/>
              <a:t>. Utilization of about 23 resources to build complete plans</a:t>
            </a:r>
            <a:endParaRPr sz="1000" dirty="0"/>
          </a:p>
        </p:txBody>
      </p:sp>
      <p:sp>
        <p:nvSpPr>
          <p:cNvPr id="223" name="Google Shape;223;p28"/>
          <p:cNvSpPr txBox="1">
            <a:spLocks noGrp="1"/>
          </p:cNvSpPr>
          <p:nvPr>
            <p:ph type="subTitle" idx="5"/>
          </p:nvPr>
        </p:nvSpPr>
        <p:spPr>
          <a:xfrm>
            <a:off x="5959371" y="1206251"/>
            <a:ext cx="2471530" cy="42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sz="1200" dirty="0"/>
              <a:t>Determine SSN classes and map them to BFO</a:t>
            </a:r>
            <a:endParaRPr sz="1200" dirty="0"/>
          </a:p>
        </p:txBody>
      </p:sp>
      <p:sp>
        <p:nvSpPr>
          <p:cNvPr id="224" name="Google Shape;224;p28"/>
          <p:cNvSpPr txBox="1">
            <a:spLocks noGrp="1"/>
          </p:cNvSpPr>
          <p:nvPr>
            <p:ph type="subTitle" idx="6"/>
          </p:nvPr>
        </p:nvSpPr>
        <p:spPr>
          <a:xfrm>
            <a:off x="6164625" y="1600762"/>
            <a:ext cx="2075700" cy="106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l"/>
            <a:r>
              <a:rPr lang="en-US" sz="1000" dirty="0">
                <a:effectLst/>
                <a:latin typeface="Nunito Sans" panose="020B0604020202020204" charset="0"/>
                <a:ea typeface="Times New Roman" panose="02020603050405020304" pitchFamily="18" charset="0"/>
              </a:rPr>
              <a:t>This knowledge is related to modeling WBAN components. The main idea is to annotate sensor data with spatial, temporal, and thematic semantic metadata.</a:t>
            </a:r>
            <a:endParaRPr sz="1000" dirty="0">
              <a:highlight>
                <a:srgbClr val="FFFF00"/>
              </a:highlight>
              <a:latin typeface="Nunito Sans" panose="020B0604020202020204" charset="0"/>
            </a:endParaRPr>
          </a:p>
        </p:txBody>
      </p:sp>
      <p:sp>
        <p:nvSpPr>
          <p:cNvPr id="225" name="Google Shape;225;p28"/>
          <p:cNvSpPr txBox="1">
            <a:spLocks noGrp="1"/>
          </p:cNvSpPr>
          <p:nvPr>
            <p:ph type="subTitle" idx="7"/>
          </p:nvPr>
        </p:nvSpPr>
        <p:spPr>
          <a:xfrm>
            <a:off x="905626" y="2994687"/>
            <a:ext cx="2075700" cy="42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sz="1200" dirty="0"/>
              <a:t>Map resources to SSN and BFO</a:t>
            </a:r>
            <a:endParaRPr sz="1200" dirty="0"/>
          </a:p>
        </p:txBody>
      </p:sp>
      <p:sp>
        <p:nvSpPr>
          <p:cNvPr id="226" name="Google Shape;226;p28"/>
          <p:cNvSpPr txBox="1">
            <a:spLocks noGrp="1"/>
          </p:cNvSpPr>
          <p:nvPr>
            <p:ph type="subTitle" idx="8"/>
          </p:nvPr>
        </p:nvSpPr>
        <p:spPr>
          <a:xfrm>
            <a:off x="663093" y="3432062"/>
            <a:ext cx="2596894" cy="106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l"/>
            <a:r>
              <a:rPr lang="en-US" sz="1000" dirty="0"/>
              <a:t>All selected resources are modeled as subclasses or equivalent classes to either SSN classes or BFO universals. which improves the portability, shareability, reusability, and customizability of the resulting knowledge.</a:t>
            </a:r>
            <a:endParaRPr sz="1000" dirty="0"/>
          </a:p>
        </p:txBody>
      </p:sp>
      <p:sp>
        <p:nvSpPr>
          <p:cNvPr id="227" name="Google Shape;227;p28"/>
          <p:cNvSpPr txBox="1">
            <a:spLocks noGrp="1"/>
          </p:cNvSpPr>
          <p:nvPr>
            <p:ph type="subTitle" idx="9"/>
          </p:nvPr>
        </p:nvSpPr>
        <p:spPr>
          <a:xfrm>
            <a:off x="3342601" y="2994686"/>
            <a:ext cx="2438924" cy="42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sz="1200" dirty="0"/>
              <a:t>Model resources </a:t>
            </a:r>
            <a:r>
              <a:rPr lang="en-US" sz="1100" dirty="0"/>
              <a:t>knowledge</a:t>
            </a:r>
            <a:r>
              <a:rPr lang="en-US" sz="1200" dirty="0"/>
              <a:t> with OWL constructs</a:t>
            </a:r>
            <a:endParaRPr sz="1200" dirty="0"/>
          </a:p>
        </p:txBody>
      </p:sp>
      <p:sp>
        <p:nvSpPr>
          <p:cNvPr id="228" name="Google Shape;228;p28"/>
          <p:cNvSpPr txBox="1">
            <a:spLocks noGrp="1"/>
          </p:cNvSpPr>
          <p:nvPr>
            <p:ph type="subTitle" idx="13"/>
          </p:nvPr>
        </p:nvSpPr>
        <p:spPr>
          <a:xfrm>
            <a:off x="3335850" y="3389198"/>
            <a:ext cx="2512444" cy="106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l"/>
            <a:r>
              <a:rPr lang="en-US" sz="1000" dirty="0"/>
              <a:t>They extend the semantics of SSN in a standard way based on FHIR semantics. Medical, location, and temporal concepts are linked to SSN knowledge. Moreover, we model the FHIR semantics for the other non-sensor EHR data and relate this knowledge to SSN concepts</a:t>
            </a:r>
            <a:endParaRPr sz="1000" dirty="0"/>
          </a:p>
        </p:txBody>
      </p:sp>
      <p:sp>
        <p:nvSpPr>
          <p:cNvPr id="229" name="Google Shape;229;p28"/>
          <p:cNvSpPr txBox="1">
            <a:spLocks noGrp="1"/>
          </p:cNvSpPr>
          <p:nvPr>
            <p:ph type="subTitle" idx="14"/>
          </p:nvPr>
        </p:nvSpPr>
        <p:spPr>
          <a:xfrm>
            <a:off x="5959373" y="3023267"/>
            <a:ext cx="2491405" cy="42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sz="1000" dirty="0"/>
              <a:t>Model T1D treatment knowledge with FHIR resources</a:t>
            </a:r>
            <a:endParaRPr sz="1000" dirty="0"/>
          </a:p>
        </p:txBody>
      </p:sp>
      <p:sp>
        <p:nvSpPr>
          <p:cNvPr id="230" name="Google Shape;230;p28"/>
          <p:cNvSpPr txBox="1">
            <a:spLocks noGrp="1"/>
          </p:cNvSpPr>
          <p:nvPr>
            <p:ph type="subTitle" idx="15"/>
          </p:nvPr>
        </p:nvSpPr>
        <p:spPr>
          <a:xfrm>
            <a:off x="5959373" y="3389198"/>
            <a:ext cx="2471529" cy="106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l"/>
            <a:r>
              <a:rPr lang="en-US" sz="1000" dirty="0"/>
              <a:t>The resulting ontology is rich enough to define any type of TP for diabetics. A TP has three main sub-plans:</a:t>
            </a:r>
          </a:p>
          <a:p>
            <a:pPr marL="171446" indent="-171446" algn="l">
              <a:buFont typeface="Arial" panose="020B0604020202020204" pitchFamily="34" charset="0"/>
              <a:buChar char="•"/>
            </a:pPr>
            <a:r>
              <a:rPr lang="en-US" sz="1000" dirty="0"/>
              <a:t>medication for insulin prescription</a:t>
            </a:r>
          </a:p>
          <a:p>
            <a:pPr marL="171446" indent="-171446" algn="l">
              <a:buFont typeface="Arial" panose="020B0604020202020204" pitchFamily="34" charset="0"/>
              <a:buChar char="•"/>
            </a:pPr>
            <a:r>
              <a:rPr lang="en-US" sz="1000" dirty="0"/>
              <a:t>lifestyle for diet and exercise</a:t>
            </a:r>
          </a:p>
          <a:p>
            <a:pPr marL="171446" indent="-171446" algn="l">
              <a:buFont typeface="Arial" panose="020B0604020202020204" pitchFamily="34" charset="0"/>
              <a:buChar char="•"/>
            </a:pPr>
            <a:r>
              <a:rPr lang="en-US" sz="1000" dirty="0"/>
              <a:t>education for defining custom learning topics</a:t>
            </a:r>
            <a:endParaRPr sz="1000" dirty="0"/>
          </a:p>
        </p:txBody>
      </p:sp>
    </p:spTree>
    <p:extLst>
      <p:ext uri="{BB962C8B-B14F-4D97-AF65-F5344CB8AC3E}">
        <p14:creationId xmlns:p14="http://schemas.microsoft.com/office/powerpoint/2010/main" val="34437943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0"/>
          <p:cNvSpPr/>
          <p:nvPr/>
        </p:nvSpPr>
        <p:spPr>
          <a:xfrm>
            <a:off x="2785212" y="1428525"/>
            <a:ext cx="4142100" cy="2359200"/>
          </a:xfrm>
          <a:prstGeom prst="roundRect">
            <a:avLst>
              <a:gd name="adj" fmla="val 11841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86" name="Google Shape;286;p30"/>
          <p:cNvSpPr txBox="1">
            <a:spLocks noGrp="1"/>
          </p:cNvSpPr>
          <p:nvPr>
            <p:ph type="title"/>
          </p:nvPr>
        </p:nvSpPr>
        <p:spPr>
          <a:xfrm>
            <a:off x="3311664" y="2328529"/>
            <a:ext cx="3232013" cy="68485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3200" dirty="0"/>
              <a:t>Backend module</a:t>
            </a:r>
          </a:p>
        </p:txBody>
      </p:sp>
      <p:sp>
        <p:nvSpPr>
          <p:cNvPr id="288" name="Google Shape;288;p30"/>
          <p:cNvSpPr/>
          <p:nvPr/>
        </p:nvSpPr>
        <p:spPr>
          <a:xfrm>
            <a:off x="2397600" y="1030037"/>
            <a:ext cx="809100" cy="8091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89" name="Google Shape;289;p30"/>
          <p:cNvSpPr txBox="1">
            <a:spLocks noGrp="1"/>
          </p:cNvSpPr>
          <p:nvPr>
            <p:ph type="title" idx="2"/>
          </p:nvPr>
        </p:nvSpPr>
        <p:spPr>
          <a:xfrm>
            <a:off x="2448025" y="1222975"/>
            <a:ext cx="708300" cy="42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dirty="0"/>
              <a:t>03</a:t>
            </a:r>
            <a:endParaRPr dirty="0"/>
          </a:p>
        </p:txBody>
      </p:sp>
      <p:grpSp>
        <p:nvGrpSpPr>
          <p:cNvPr id="290" name="Google Shape;290;p30"/>
          <p:cNvGrpSpPr/>
          <p:nvPr/>
        </p:nvGrpSpPr>
        <p:grpSpPr>
          <a:xfrm>
            <a:off x="5647212" y="3547687"/>
            <a:ext cx="747900" cy="457500"/>
            <a:chOff x="5549225" y="3480787"/>
            <a:chExt cx="747900" cy="457500"/>
          </a:xfrm>
        </p:grpSpPr>
        <p:grpSp>
          <p:nvGrpSpPr>
            <p:cNvPr id="291" name="Google Shape;291;p30"/>
            <p:cNvGrpSpPr/>
            <p:nvPr/>
          </p:nvGrpSpPr>
          <p:grpSpPr>
            <a:xfrm>
              <a:off x="5549225" y="3480787"/>
              <a:ext cx="747900" cy="457500"/>
              <a:chOff x="5549225" y="3480787"/>
              <a:chExt cx="747900" cy="457500"/>
            </a:xfrm>
          </p:grpSpPr>
          <p:sp>
            <p:nvSpPr>
              <p:cNvPr id="292" name="Google Shape;292;p30"/>
              <p:cNvSpPr/>
              <p:nvPr/>
            </p:nvSpPr>
            <p:spPr>
              <a:xfrm>
                <a:off x="5549225" y="3480787"/>
                <a:ext cx="747900" cy="457500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  <a:effectLst>
                <a:outerShdw blurRad="214313" dist="95250" dir="5400000" algn="bl" rotWithShape="0">
                  <a:schemeClr val="accent2">
                    <a:alpha val="3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/>
              </a:p>
            </p:txBody>
          </p:sp>
          <p:sp>
            <p:nvSpPr>
              <p:cNvPr id="293" name="Google Shape;293;p30"/>
              <p:cNvSpPr/>
              <p:nvPr/>
            </p:nvSpPr>
            <p:spPr>
              <a:xfrm rot="-5400000">
                <a:off x="5911966" y="3604646"/>
                <a:ext cx="22418" cy="209781"/>
              </a:xfrm>
              <a:custGeom>
                <a:avLst/>
                <a:gdLst/>
                <a:ahLst/>
                <a:cxnLst/>
                <a:rect l="l" t="t" r="r" b="b"/>
                <a:pathLst>
                  <a:path w="406" h="3799" extrusionOk="0">
                    <a:moveTo>
                      <a:pt x="203" y="0"/>
                    </a:moveTo>
                    <a:cubicBezTo>
                      <a:pt x="96" y="0"/>
                      <a:pt x="1" y="96"/>
                      <a:pt x="1" y="203"/>
                    </a:cubicBezTo>
                    <a:lnTo>
                      <a:pt x="1" y="3596"/>
                    </a:lnTo>
                    <a:cubicBezTo>
                      <a:pt x="1" y="3715"/>
                      <a:pt x="96" y="3798"/>
                      <a:pt x="203" y="3798"/>
                    </a:cubicBezTo>
                    <a:cubicBezTo>
                      <a:pt x="310" y="3798"/>
                      <a:pt x="406" y="3715"/>
                      <a:pt x="406" y="3608"/>
                    </a:cubicBezTo>
                    <a:lnTo>
                      <a:pt x="406" y="203"/>
                    </a:lnTo>
                    <a:cubicBezTo>
                      <a:pt x="406" y="96"/>
                      <a:pt x="310" y="0"/>
                      <a:pt x="20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/>
              </a:p>
            </p:txBody>
          </p:sp>
          <p:sp>
            <p:nvSpPr>
              <p:cNvPr id="294" name="Google Shape;294;p30"/>
              <p:cNvSpPr/>
              <p:nvPr/>
            </p:nvSpPr>
            <p:spPr>
              <a:xfrm rot="-5400000">
                <a:off x="5873123" y="3654538"/>
                <a:ext cx="199887" cy="109998"/>
              </a:xfrm>
              <a:custGeom>
                <a:avLst/>
                <a:gdLst/>
                <a:ahLst/>
                <a:cxnLst/>
                <a:rect l="l" t="t" r="r" b="b"/>
                <a:pathLst>
                  <a:path w="3620" h="1992" extrusionOk="0">
                    <a:moveTo>
                      <a:pt x="221" y="0"/>
                    </a:moveTo>
                    <a:cubicBezTo>
                      <a:pt x="170" y="0"/>
                      <a:pt x="120" y="21"/>
                      <a:pt x="84" y="63"/>
                    </a:cubicBezTo>
                    <a:cubicBezTo>
                      <a:pt x="0" y="134"/>
                      <a:pt x="0" y="265"/>
                      <a:pt x="84" y="348"/>
                    </a:cubicBezTo>
                    <a:lnTo>
                      <a:pt x="1667" y="1932"/>
                    </a:lnTo>
                    <a:cubicBezTo>
                      <a:pt x="1715" y="1979"/>
                      <a:pt x="1763" y="1991"/>
                      <a:pt x="1810" y="1991"/>
                    </a:cubicBezTo>
                    <a:cubicBezTo>
                      <a:pt x="1858" y="1991"/>
                      <a:pt x="1917" y="1979"/>
                      <a:pt x="1953" y="1932"/>
                    </a:cubicBezTo>
                    <a:lnTo>
                      <a:pt x="3537" y="348"/>
                    </a:lnTo>
                    <a:cubicBezTo>
                      <a:pt x="3620" y="265"/>
                      <a:pt x="3620" y="134"/>
                      <a:pt x="3537" y="63"/>
                    </a:cubicBezTo>
                    <a:cubicBezTo>
                      <a:pt x="3501" y="21"/>
                      <a:pt x="3450" y="0"/>
                      <a:pt x="3400" y="0"/>
                    </a:cubicBezTo>
                    <a:cubicBezTo>
                      <a:pt x="3349" y="0"/>
                      <a:pt x="3298" y="21"/>
                      <a:pt x="3263" y="63"/>
                    </a:cubicBezTo>
                    <a:lnTo>
                      <a:pt x="1810" y="1515"/>
                    </a:lnTo>
                    <a:lnTo>
                      <a:pt x="358" y="63"/>
                    </a:lnTo>
                    <a:cubicBezTo>
                      <a:pt x="322" y="21"/>
                      <a:pt x="271" y="0"/>
                      <a:pt x="22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/>
              </a:p>
            </p:txBody>
          </p:sp>
        </p:grpSp>
        <p:sp>
          <p:nvSpPr>
            <p:cNvPr id="295" name="Google Shape;295;p30">
              <a:hlinkClick r:id="" action="ppaction://hlinkshowjump?jump=nextslide"/>
            </p:cNvPr>
            <p:cNvSpPr/>
            <p:nvPr/>
          </p:nvSpPr>
          <p:spPr>
            <a:xfrm>
              <a:off x="5549225" y="3480787"/>
              <a:ext cx="747900" cy="457500"/>
            </a:xfrm>
            <a:prstGeom prst="roundRect">
              <a:avLst>
                <a:gd name="adj" fmla="val 50000"/>
              </a:avLst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6155299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0"/>
          <p:cNvSpPr/>
          <p:nvPr/>
        </p:nvSpPr>
        <p:spPr>
          <a:xfrm>
            <a:off x="2785212" y="1428525"/>
            <a:ext cx="4142100" cy="2359200"/>
          </a:xfrm>
          <a:prstGeom prst="roundRect">
            <a:avLst>
              <a:gd name="adj" fmla="val 11841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86" name="Google Shape;286;p30"/>
          <p:cNvSpPr txBox="1">
            <a:spLocks noGrp="1"/>
          </p:cNvSpPr>
          <p:nvPr>
            <p:ph type="title"/>
          </p:nvPr>
        </p:nvSpPr>
        <p:spPr>
          <a:xfrm>
            <a:off x="3311664" y="2328529"/>
            <a:ext cx="3232013" cy="68485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3200"/>
              <a:t>Services </a:t>
            </a:r>
            <a:r>
              <a:rPr lang="en-US" sz="3200" dirty="0"/>
              <a:t>module</a:t>
            </a:r>
          </a:p>
        </p:txBody>
      </p:sp>
      <p:sp>
        <p:nvSpPr>
          <p:cNvPr id="288" name="Google Shape;288;p30"/>
          <p:cNvSpPr/>
          <p:nvPr/>
        </p:nvSpPr>
        <p:spPr>
          <a:xfrm>
            <a:off x="2397600" y="1030037"/>
            <a:ext cx="809100" cy="8091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89" name="Google Shape;289;p30"/>
          <p:cNvSpPr txBox="1">
            <a:spLocks noGrp="1"/>
          </p:cNvSpPr>
          <p:nvPr>
            <p:ph type="title" idx="2"/>
          </p:nvPr>
        </p:nvSpPr>
        <p:spPr>
          <a:xfrm>
            <a:off x="2448025" y="1222975"/>
            <a:ext cx="708300" cy="42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dirty="0"/>
              <a:t>04</a:t>
            </a:r>
            <a:endParaRPr dirty="0"/>
          </a:p>
        </p:txBody>
      </p:sp>
      <p:grpSp>
        <p:nvGrpSpPr>
          <p:cNvPr id="290" name="Google Shape;290;p30"/>
          <p:cNvGrpSpPr/>
          <p:nvPr/>
        </p:nvGrpSpPr>
        <p:grpSpPr>
          <a:xfrm>
            <a:off x="5647212" y="3547687"/>
            <a:ext cx="747900" cy="457500"/>
            <a:chOff x="5549225" y="3480787"/>
            <a:chExt cx="747900" cy="457500"/>
          </a:xfrm>
        </p:grpSpPr>
        <p:grpSp>
          <p:nvGrpSpPr>
            <p:cNvPr id="291" name="Google Shape;291;p30"/>
            <p:cNvGrpSpPr/>
            <p:nvPr/>
          </p:nvGrpSpPr>
          <p:grpSpPr>
            <a:xfrm>
              <a:off x="5549225" y="3480787"/>
              <a:ext cx="747900" cy="457500"/>
              <a:chOff x="5549225" y="3480787"/>
              <a:chExt cx="747900" cy="457500"/>
            </a:xfrm>
          </p:grpSpPr>
          <p:sp>
            <p:nvSpPr>
              <p:cNvPr id="292" name="Google Shape;292;p30"/>
              <p:cNvSpPr/>
              <p:nvPr/>
            </p:nvSpPr>
            <p:spPr>
              <a:xfrm>
                <a:off x="5549225" y="3480787"/>
                <a:ext cx="747900" cy="457500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  <a:effectLst>
                <a:outerShdw blurRad="214313" dist="95250" dir="5400000" algn="bl" rotWithShape="0">
                  <a:schemeClr val="accent2">
                    <a:alpha val="3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/>
              </a:p>
            </p:txBody>
          </p:sp>
          <p:sp>
            <p:nvSpPr>
              <p:cNvPr id="293" name="Google Shape;293;p30"/>
              <p:cNvSpPr/>
              <p:nvPr/>
            </p:nvSpPr>
            <p:spPr>
              <a:xfrm rot="-5400000">
                <a:off x="5911966" y="3604646"/>
                <a:ext cx="22418" cy="209781"/>
              </a:xfrm>
              <a:custGeom>
                <a:avLst/>
                <a:gdLst/>
                <a:ahLst/>
                <a:cxnLst/>
                <a:rect l="l" t="t" r="r" b="b"/>
                <a:pathLst>
                  <a:path w="406" h="3799" extrusionOk="0">
                    <a:moveTo>
                      <a:pt x="203" y="0"/>
                    </a:moveTo>
                    <a:cubicBezTo>
                      <a:pt x="96" y="0"/>
                      <a:pt x="1" y="96"/>
                      <a:pt x="1" y="203"/>
                    </a:cubicBezTo>
                    <a:lnTo>
                      <a:pt x="1" y="3596"/>
                    </a:lnTo>
                    <a:cubicBezTo>
                      <a:pt x="1" y="3715"/>
                      <a:pt x="96" y="3798"/>
                      <a:pt x="203" y="3798"/>
                    </a:cubicBezTo>
                    <a:cubicBezTo>
                      <a:pt x="310" y="3798"/>
                      <a:pt x="406" y="3715"/>
                      <a:pt x="406" y="3608"/>
                    </a:cubicBezTo>
                    <a:lnTo>
                      <a:pt x="406" y="203"/>
                    </a:lnTo>
                    <a:cubicBezTo>
                      <a:pt x="406" y="96"/>
                      <a:pt x="310" y="0"/>
                      <a:pt x="20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/>
              </a:p>
            </p:txBody>
          </p:sp>
          <p:sp>
            <p:nvSpPr>
              <p:cNvPr id="294" name="Google Shape;294;p30"/>
              <p:cNvSpPr/>
              <p:nvPr/>
            </p:nvSpPr>
            <p:spPr>
              <a:xfrm rot="-5400000">
                <a:off x="5873123" y="3654538"/>
                <a:ext cx="199887" cy="109998"/>
              </a:xfrm>
              <a:custGeom>
                <a:avLst/>
                <a:gdLst/>
                <a:ahLst/>
                <a:cxnLst/>
                <a:rect l="l" t="t" r="r" b="b"/>
                <a:pathLst>
                  <a:path w="3620" h="1992" extrusionOk="0">
                    <a:moveTo>
                      <a:pt x="221" y="0"/>
                    </a:moveTo>
                    <a:cubicBezTo>
                      <a:pt x="170" y="0"/>
                      <a:pt x="120" y="21"/>
                      <a:pt x="84" y="63"/>
                    </a:cubicBezTo>
                    <a:cubicBezTo>
                      <a:pt x="0" y="134"/>
                      <a:pt x="0" y="265"/>
                      <a:pt x="84" y="348"/>
                    </a:cubicBezTo>
                    <a:lnTo>
                      <a:pt x="1667" y="1932"/>
                    </a:lnTo>
                    <a:cubicBezTo>
                      <a:pt x="1715" y="1979"/>
                      <a:pt x="1763" y="1991"/>
                      <a:pt x="1810" y="1991"/>
                    </a:cubicBezTo>
                    <a:cubicBezTo>
                      <a:pt x="1858" y="1991"/>
                      <a:pt x="1917" y="1979"/>
                      <a:pt x="1953" y="1932"/>
                    </a:cubicBezTo>
                    <a:lnTo>
                      <a:pt x="3537" y="348"/>
                    </a:lnTo>
                    <a:cubicBezTo>
                      <a:pt x="3620" y="265"/>
                      <a:pt x="3620" y="134"/>
                      <a:pt x="3537" y="63"/>
                    </a:cubicBezTo>
                    <a:cubicBezTo>
                      <a:pt x="3501" y="21"/>
                      <a:pt x="3450" y="0"/>
                      <a:pt x="3400" y="0"/>
                    </a:cubicBezTo>
                    <a:cubicBezTo>
                      <a:pt x="3349" y="0"/>
                      <a:pt x="3298" y="21"/>
                      <a:pt x="3263" y="63"/>
                    </a:cubicBezTo>
                    <a:lnTo>
                      <a:pt x="1810" y="1515"/>
                    </a:lnTo>
                    <a:lnTo>
                      <a:pt x="358" y="63"/>
                    </a:lnTo>
                    <a:cubicBezTo>
                      <a:pt x="322" y="21"/>
                      <a:pt x="271" y="0"/>
                      <a:pt x="22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/>
              </a:p>
            </p:txBody>
          </p:sp>
        </p:grpSp>
        <p:sp>
          <p:nvSpPr>
            <p:cNvPr id="295" name="Google Shape;295;p30">
              <a:hlinkClick r:id="" action="ppaction://hlinkshowjump?jump=nextslide"/>
            </p:cNvPr>
            <p:cNvSpPr/>
            <p:nvPr/>
          </p:nvSpPr>
          <p:spPr>
            <a:xfrm>
              <a:off x="5549225" y="3480787"/>
              <a:ext cx="747900" cy="457500"/>
            </a:xfrm>
            <a:prstGeom prst="roundRect">
              <a:avLst>
                <a:gd name="adj" fmla="val 50000"/>
              </a:avLst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416889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45"/>
          <p:cNvSpPr txBox="1">
            <a:spLocks noGrp="1"/>
          </p:cNvSpPr>
          <p:nvPr>
            <p:ph type="title"/>
          </p:nvPr>
        </p:nvSpPr>
        <p:spPr>
          <a:xfrm>
            <a:off x="713100" y="368825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/>
              <a:t>This Is a Map</a:t>
            </a:r>
            <a:endParaRPr dirty="0"/>
          </a:p>
        </p:txBody>
      </p:sp>
      <p:pic>
        <p:nvPicPr>
          <p:cNvPr id="3" name="Picture 2" descr="Timeline&#10;&#10;Description automatically generated with medium confidence">
            <a:extLst>
              <a:ext uri="{FF2B5EF4-FFF2-40B4-BE49-F238E27FC236}">
                <a16:creationId xmlns:a16="http://schemas.microsoft.com/office/drawing/2014/main" id="{54568FF7-A709-4563-8457-8FEE524026D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49" t="2011" r="17976" b="10494"/>
          <a:stretch/>
        </p:blipFill>
        <p:spPr>
          <a:xfrm>
            <a:off x="1" y="1145895"/>
            <a:ext cx="9144000" cy="4074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204907"/>
      </p:ext>
    </p:extLst>
  </p:cSld>
  <p:clrMapOvr>
    <a:masterClrMapping/>
  </p:clrMapOvr>
</p:sld>
</file>

<file path=ppt/theme/theme1.xml><?xml version="1.0" encoding="utf-8"?>
<a:theme xmlns:a="http://schemas.openxmlformats.org/drawingml/2006/main" name="Medical Technology Advances by Slidesgo">
  <a:themeElements>
    <a:clrScheme name="Simple Light">
      <a:dk1>
        <a:srgbClr val="1F2B6C"/>
      </a:dk1>
      <a:lt1>
        <a:srgbClr val="FFFFFF"/>
      </a:lt1>
      <a:dk2>
        <a:srgbClr val="000000"/>
      </a:dk2>
      <a:lt2>
        <a:srgbClr val="EEEEEE"/>
      </a:lt2>
      <a:accent1>
        <a:srgbClr val="E7F7FF"/>
      </a:accent1>
      <a:accent2>
        <a:srgbClr val="159FED"/>
      </a:accent2>
      <a:accent3>
        <a:srgbClr val="73E1CD"/>
      </a:accent3>
      <a:accent4>
        <a:srgbClr val="8292E8"/>
      </a:accent4>
      <a:accent5>
        <a:srgbClr val="8292E8"/>
      </a:accent5>
      <a:accent6>
        <a:srgbClr val="1F2B6C"/>
      </a:accent6>
      <a:hlink>
        <a:srgbClr val="1F2B6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1023</TotalTime>
  <Words>524</Words>
  <Application>Microsoft Office PowerPoint</Application>
  <PresentationFormat>On-screen Show (16:9)</PresentationFormat>
  <Paragraphs>64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Times New Roman</vt:lpstr>
      <vt:lpstr>Montserrat</vt:lpstr>
      <vt:lpstr>Nunito Sans</vt:lpstr>
      <vt:lpstr>Medical Technology Advances by Slidesgo</vt:lpstr>
      <vt:lpstr>A mobile health monitoring-and-treatment system based on integration of the SSN sensor ontology and the HL7 FHIR standard </vt:lpstr>
      <vt:lpstr>Introduction</vt:lpstr>
      <vt:lpstr>Proposed Solution</vt:lpstr>
      <vt:lpstr>Modules of the system</vt:lpstr>
      <vt:lpstr>Patient module</vt:lpstr>
      <vt:lpstr>Goals</vt:lpstr>
      <vt:lpstr>Cloud-based CDSS module </vt:lpstr>
      <vt:lpstr>CDSS Engine</vt:lpstr>
      <vt:lpstr>Backend module</vt:lpstr>
      <vt:lpstr>Services module</vt:lpstr>
      <vt:lpstr>This Is a Map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mobile health monitoring-and-treatment system based on integration of the SSN sensor ontology and the HL7 FHIR standard </dc:title>
  <cp:lastModifiedBy>Mennatullah Mahmoud Amin</cp:lastModifiedBy>
  <cp:revision>19</cp:revision>
  <dcterms:modified xsi:type="dcterms:W3CDTF">2021-07-13T09:52:01Z</dcterms:modified>
</cp:coreProperties>
</file>